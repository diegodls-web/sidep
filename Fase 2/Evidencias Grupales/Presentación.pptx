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5143500" cx="9144000"/>
  <p:notesSz cx="6858000" cy="9144000"/>
  <p:embeddedFontLst>
    <p:embeddedFont>
      <p:font typeface="Barlow Condensed SemiBold"/>
      <p:regular r:id="rId23"/>
      <p:bold r:id="rId24"/>
      <p:italic r:id="rId25"/>
      <p:boldItalic r:id="rId26"/>
    </p:embeddedFont>
    <p:embeddedFont>
      <p:font typeface="Barlow Condensed Medium"/>
      <p:regular r:id="rId27"/>
      <p:bold r:id="rId28"/>
      <p:italic r:id="rId29"/>
      <p:boldItalic r:id="rId30"/>
    </p:embeddedFont>
    <p:embeddedFont>
      <p:font typeface="Arvo"/>
      <p:regular r:id="rId31"/>
      <p:bold r:id="rId32"/>
      <p:italic r:id="rId33"/>
      <p:boldItalic r:id="rId34"/>
    </p:embeddedFont>
    <p:embeddedFont>
      <p:font typeface="Fira Sans Extra Condensed Medium"/>
      <p:regular r:id="rId35"/>
      <p:bold r:id="rId36"/>
      <p:italic r:id="rId37"/>
      <p:boldItalic r:id="rId38"/>
    </p:embeddedFont>
    <p:embeddedFont>
      <p:font typeface="Barlow Condensed"/>
      <p:regular r:id="rId39"/>
      <p:bold r:id="rId40"/>
      <p:italic r:id="rId41"/>
      <p:boldItalic r:id="rId42"/>
    </p:embeddedFont>
    <p:embeddedFont>
      <p:font typeface="Roboto Condensed"/>
      <p:regular r:id="rId43"/>
      <p:bold r:id="rId44"/>
      <p:italic r:id="rId45"/>
      <p:boldItalic r:id="rId46"/>
    </p:embeddedFont>
    <p:embeddedFont>
      <p:font typeface="Montserrat Light"/>
      <p:regular r:id="rId47"/>
      <p:bold r:id="rId48"/>
      <p:italic r:id="rId49"/>
      <p:boldItalic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1" roundtripDataSignature="AMtx7miXsMhCEv7ogaaI4eH2vMII79Z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BarlowCondensed-bold.fntdata"/><Relationship Id="rId42" Type="http://schemas.openxmlformats.org/officeDocument/2006/relationships/font" Target="fonts/BarlowCondensed-boldItalic.fntdata"/><Relationship Id="rId41" Type="http://schemas.openxmlformats.org/officeDocument/2006/relationships/font" Target="fonts/BarlowCondensed-italic.fntdata"/><Relationship Id="rId44" Type="http://schemas.openxmlformats.org/officeDocument/2006/relationships/font" Target="fonts/RobotoCondensed-bold.fntdata"/><Relationship Id="rId43" Type="http://schemas.openxmlformats.org/officeDocument/2006/relationships/font" Target="fonts/RobotoCondensed-regular.fntdata"/><Relationship Id="rId46" Type="http://schemas.openxmlformats.org/officeDocument/2006/relationships/font" Target="fonts/RobotoCondensed-boldItalic.fntdata"/><Relationship Id="rId45" Type="http://schemas.openxmlformats.org/officeDocument/2006/relationships/font" Target="fonts/RobotoCondensed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48" Type="http://schemas.openxmlformats.org/officeDocument/2006/relationships/font" Target="fonts/MontserratLight-bold.fntdata"/><Relationship Id="rId47" Type="http://schemas.openxmlformats.org/officeDocument/2006/relationships/font" Target="fonts/MontserratLight-regular.fntdata"/><Relationship Id="rId49" Type="http://schemas.openxmlformats.org/officeDocument/2006/relationships/font" Target="fonts/MontserratLight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Arvo-regular.fntdata"/><Relationship Id="rId30" Type="http://schemas.openxmlformats.org/officeDocument/2006/relationships/font" Target="fonts/BarlowCondensedMedium-boldItalic.fntdata"/><Relationship Id="rId33" Type="http://schemas.openxmlformats.org/officeDocument/2006/relationships/font" Target="fonts/Arvo-italic.fntdata"/><Relationship Id="rId32" Type="http://schemas.openxmlformats.org/officeDocument/2006/relationships/font" Target="fonts/Arvo-bold.fntdata"/><Relationship Id="rId35" Type="http://schemas.openxmlformats.org/officeDocument/2006/relationships/font" Target="fonts/FiraSansExtraCondensedMedium-regular.fntdata"/><Relationship Id="rId34" Type="http://schemas.openxmlformats.org/officeDocument/2006/relationships/font" Target="fonts/Arvo-boldItalic.fntdata"/><Relationship Id="rId37" Type="http://schemas.openxmlformats.org/officeDocument/2006/relationships/font" Target="fonts/FiraSansExtraCondensedMedium-italic.fntdata"/><Relationship Id="rId36" Type="http://schemas.openxmlformats.org/officeDocument/2006/relationships/font" Target="fonts/FiraSansExtraCondensedMedium-bold.fntdata"/><Relationship Id="rId39" Type="http://schemas.openxmlformats.org/officeDocument/2006/relationships/font" Target="fonts/BarlowCondensed-regular.fntdata"/><Relationship Id="rId38" Type="http://schemas.openxmlformats.org/officeDocument/2006/relationships/font" Target="fonts/FiraSansExtraCondensedMedium-boldItalic.fntdata"/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font" Target="fonts/BarlowCondensedSemiBold-bold.fntdata"/><Relationship Id="rId23" Type="http://schemas.openxmlformats.org/officeDocument/2006/relationships/font" Target="fonts/BarlowCondensedSemiBold-regular.fntdata"/><Relationship Id="rId26" Type="http://schemas.openxmlformats.org/officeDocument/2006/relationships/font" Target="fonts/BarlowCondensedSemiBold-boldItalic.fntdata"/><Relationship Id="rId25" Type="http://schemas.openxmlformats.org/officeDocument/2006/relationships/font" Target="fonts/BarlowCondensedSemiBold-italic.fntdata"/><Relationship Id="rId28" Type="http://schemas.openxmlformats.org/officeDocument/2006/relationships/font" Target="fonts/BarlowCondensedMedium-bold.fntdata"/><Relationship Id="rId27" Type="http://schemas.openxmlformats.org/officeDocument/2006/relationships/font" Target="fonts/BarlowCondensedMedium-regular.fntdata"/><Relationship Id="rId29" Type="http://schemas.openxmlformats.org/officeDocument/2006/relationships/font" Target="fonts/BarlowCondensedMedium-italic.fntdata"/><Relationship Id="rId51" Type="http://customschemas.google.com/relationships/presentationmetadata" Target="metadata"/><Relationship Id="rId50" Type="http://schemas.openxmlformats.org/officeDocument/2006/relationships/font" Target="fonts/MontserratLight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2" name="Shape 1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3" name="Google Shape;195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4" name="Google Shape;195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3" name="Shape 1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4" name="Google Shape;1994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5" name="Google Shape;19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9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396923e315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1" name="Google Shape;2001;g396923e315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6" name="Shape 2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Google Shape;2007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8" name="Google Shape;200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9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g3963a7d7d69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1" name="Google Shape;2021;g3963a7d7d6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6" name="Shape 2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" name="Google Shape;2027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8" name="Google Shape;20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3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g3eda0ab211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5" name="Google Shape;2035;g3eda0ab211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8" name="Shape 2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9" name="Google Shape;2039;g3ec6f50d454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0" name="Google Shape;2040;g3ec6f50d454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4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3edc4f0d3c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3edc4f0d3c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0" name="Shape 20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Google Shape;2051;g3edc4f0d3c3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2" name="Google Shape;2052;g3edc4f0d3c3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6" name="Shape 2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7" name="Google Shape;2057;g3ec6f50d454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8" name="Google Shape;2058;g3ec6f50d454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7" name="Shape 2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" name="Google Shape;2068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9" name="Google Shape;206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7" name="Shape 2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" name="Google Shape;2078;g3ec6f50d45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9" name="Google Shape;2079;g3ec6f50d45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4" name="Shape 2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Google Shape;2085;g3ec6f50d454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6" name="Google Shape;2086;g3ec6f50d45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1" name="Shape 2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2" name="Google Shape;2092;g3ec6f50d454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3" name="Google Shape;2093;g3ec6f50d45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6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g3ec6f50d45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8" name="Google Shape;2098;g3ec6f50d45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2" name="Shape 2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3" name="Google Shape;2103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4" name="Google Shape;21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84"/>
          <p:cNvSpPr txBox="1"/>
          <p:nvPr>
            <p:ph type="ctrTitle"/>
          </p:nvPr>
        </p:nvSpPr>
        <p:spPr>
          <a:xfrm>
            <a:off x="2194950" y="1243575"/>
            <a:ext cx="47463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84"/>
          <p:cNvSpPr txBox="1"/>
          <p:nvPr>
            <p:ph idx="1" type="subTitle"/>
          </p:nvPr>
        </p:nvSpPr>
        <p:spPr>
          <a:xfrm>
            <a:off x="2925950" y="3296175"/>
            <a:ext cx="329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5"/>
          <p:cNvSpPr txBox="1"/>
          <p:nvPr>
            <p:ph type="ctrTitle"/>
          </p:nvPr>
        </p:nvSpPr>
        <p:spPr>
          <a:xfrm flipH="1">
            <a:off x="770725" y="468450"/>
            <a:ext cx="4463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" name="Google Shape;13;p85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" name="Google Shape;14;p85"/>
          <p:cNvSpPr txBox="1"/>
          <p:nvPr>
            <p:ph idx="1" type="subTitle"/>
          </p:nvPr>
        </p:nvSpPr>
        <p:spPr>
          <a:xfrm>
            <a:off x="770700" y="1216175"/>
            <a:ext cx="7662600" cy="3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AutoNum type="arabicPeriod"/>
              <a:defRPr sz="10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000"/>
              <a:buAutoNum type="romanLcPeriod"/>
              <a:defRPr sz="1000"/>
            </a:lvl9pPr>
          </a:lstStyle>
          <a:p/>
        </p:txBody>
      </p:sp>
      <p:grpSp>
        <p:nvGrpSpPr>
          <p:cNvPr id="15" name="Google Shape;15;p85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" name="Google Shape;16;p8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8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8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8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8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8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8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8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8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8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8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8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8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8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8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8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8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8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TITLE_AND_BODY_2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0"/>
          <p:cNvSpPr txBox="1"/>
          <p:nvPr>
            <p:ph type="title"/>
          </p:nvPr>
        </p:nvSpPr>
        <p:spPr>
          <a:xfrm>
            <a:off x="4306824" y="2036701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90"/>
          <p:cNvSpPr txBox="1"/>
          <p:nvPr>
            <p:ph idx="1" type="subTitle"/>
          </p:nvPr>
        </p:nvSpPr>
        <p:spPr>
          <a:xfrm>
            <a:off x="1865375" y="2706625"/>
            <a:ext cx="4023300" cy="14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1" name="Google Shape;41;p90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42" name="Google Shape;42;p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9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90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90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90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90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90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9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90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90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90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90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90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90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90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90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90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90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90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" name="Google Shape;61;p90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62" name="Google Shape;62;p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9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9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9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9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9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9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9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9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9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9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9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9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9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2">
  <p:cSld name="CUSTOM_1_1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87"/>
          <p:cNvSpPr txBox="1"/>
          <p:nvPr>
            <p:ph type="ctrTitle"/>
          </p:nvPr>
        </p:nvSpPr>
        <p:spPr>
          <a:xfrm>
            <a:off x="21398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86" name="Google Shape;86;p87"/>
          <p:cNvSpPr txBox="1"/>
          <p:nvPr>
            <p:ph idx="2" type="title"/>
          </p:nvPr>
        </p:nvSpPr>
        <p:spPr>
          <a:xfrm>
            <a:off x="8139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87" name="Google Shape;87;p87"/>
          <p:cNvSpPr txBox="1"/>
          <p:nvPr>
            <p:ph idx="1" type="subTitle"/>
          </p:nvPr>
        </p:nvSpPr>
        <p:spPr>
          <a:xfrm>
            <a:off x="21398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87"/>
          <p:cNvSpPr txBox="1"/>
          <p:nvPr>
            <p:ph idx="3" type="ctrTitle"/>
          </p:nvPr>
        </p:nvSpPr>
        <p:spPr>
          <a:xfrm>
            <a:off x="4572000" y="468450"/>
            <a:ext cx="3790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9pPr>
          </a:lstStyle>
          <a:p/>
        </p:txBody>
      </p:sp>
      <p:cxnSp>
        <p:nvCxnSpPr>
          <p:cNvPr id="89" name="Google Shape;89;p87"/>
          <p:cNvCxnSpPr/>
          <p:nvPr/>
        </p:nvCxnSpPr>
        <p:spPr>
          <a:xfrm>
            <a:off x="8634675" y="-1279600"/>
            <a:ext cx="0" cy="22800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0" name="Google Shape;90;p87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91" name="Google Shape;91;p8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8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8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8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8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8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8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8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8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8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8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8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8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8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8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8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8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8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87"/>
          <p:cNvSpPr txBox="1"/>
          <p:nvPr>
            <p:ph idx="4" type="ctrTitle"/>
          </p:nvPr>
        </p:nvSpPr>
        <p:spPr>
          <a:xfrm>
            <a:off x="59987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14" name="Google Shape;114;p87"/>
          <p:cNvSpPr txBox="1"/>
          <p:nvPr>
            <p:ph idx="5" type="title"/>
          </p:nvPr>
        </p:nvSpPr>
        <p:spPr>
          <a:xfrm>
            <a:off x="46728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15" name="Google Shape;115;p87"/>
          <p:cNvSpPr txBox="1"/>
          <p:nvPr>
            <p:ph idx="6" type="subTitle"/>
          </p:nvPr>
        </p:nvSpPr>
        <p:spPr>
          <a:xfrm>
            <a:off x="59987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87"/>
          <p:cNvSpPr txBox="1"/>
          <p:nvPr>
            <p:ph idx="7" type="ctrTitle"/>
          </p:nvPr>
        </p:nvSpPr>
        <p:spPr>
          <a:xfrm>
            <a:off x="21398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17" name="Google Shape;117;p87"/>
          <p:cNvSpPr txBox="1"/>
          <p:nvPr>
            <p:ph idx="8" type="title"/>
          </p:nvPr>
        </p:nvSpPr>
        <p:spPr>
          <a:xfrm>
            <a:off x="8139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18" name="Google Shape;118;p87"/>
          <p:cNvSpPr txBox="1"/>
          <p:nvPr>
            <p:ph idx="9" type="subTitle"/>
          </p:nvPr>
        </p:nvSpPr>
        <p:spPr>
          <a:xfrm>
            <a:off x="21398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87"/>
          <p:cNvSpPr txBox="1"/>
          <p:nvPr>
            <p:ph idx="13" type="ctrTitle"/>
          </p:nvPr>
        </p:nvSpPr>
        <p:spPr>
          <a:xfrm>
            <a:off x="59987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20" name="Google Shape;120;p87"/>
          <p:cNvSpPr txBox="1"/>
          <p:nvPr>
            <p:ph idx="14" type="title"/>
          </p:nvPr>
        </p:nvSpPr>
        <p:spPr>
          <a:xfrm>
            <a:off x="46728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1" name="Google Shape;121;p87"/>
          <p:cNvSpPr txBox="1"/>
          <p:nvPr>
            <p:ph idx="15" type="subTitle"/>
          </p:nvPr>
        </p:nvSpPr>
        <p:spPr>
          <a:xfrm>
            <a:off x="59987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8"/>
          <p:cNvSpPr txBox="1"/>
          <p:nvPr>
            <p:ph type="ctrTitle"/>
          </p:nvPr>
        </p:nvSpPr>
        <p:spPr>
          <a:xfrm>
            <a:off x="72172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4" name="Google Shape;124;p88"/>
          <p:cNvSpPr txBox="1"/>
          <p:nvPr>
            <p:ph idx="2" type="title"/>
          </p:nvPr>
        </p:nvSpPr>
        <p:spPr>
          <a:xfrm>
            <a:off x="7217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5" name="Google Shape;125;p88"/>
          <p:cNvSpPr txBox="1"/>
          <p:nvPr>
            <p:ph idx="3" type="ctrTitle"/>
          </p:nvPr>
        </p:nvSpPr>
        <p:spPr>
          <a:xfrm>
            <a:off x="2675306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6" name="Google Shape;126;p88"/>
          <p:cNvSpPr txBox="1"/>
          <p:nvPr>
            <p:ph idx="4" type="title"/>
          </p:nvPr>
        </p:nvSpPr>
        <p:spPr>
          <a:xfrm>
            <a:off x="26759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7" name="Google Shape;127;p88"/>
          <p:cNvSpPr txBox="1"/>
          <p:nvPr>
            <p:ph idx="5" type="ctrTitle"/>
          </p:nvPr>
        </p:nvSpPr>
        <p:spPr>
          <a:xfrm>
            <a:off x="4632122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8" name="Google Shape;128;p88"/>
          <p:cNvSpPr txBox="1"/>
          <p:nvPr>
            <p:ph idx="6" type="title"/>
          </p:nvPr>
        </p:nvSpPr>
        <p:spPr>
          <a:xfrm>
            <a:off x="46302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9" name="Google Shape;129;p88"/>
          <p:cNvSpPr txBox="1"/>
          <p:nvPr>
            <p:ph idx="7" type="ctrTitle"/>
          </p:nvPr>
        </p:nvSpPr>
        <p:spPr>
          <a:xfrm>
            <a:off x="658448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30" name="Google Shape;130;p88"/>
          <p:cNvSpPr txBox="1"/>
          <p:nvPr>
            <p:ph idx="8" type="title"/>
          </p:nvPr>
        </p:nvSpPr>
        <p:spPr>
          <a:xfrm>
            <a:off x="65844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31" name="Google Shape;131;p88"/>
          <p:cNvSpPr txBox="1"/>
          <p:nvPr>
            <p:ph idx="1" type="subTitle"/>
          </p:nvPr>
        </p:nvSpPr>
        <p:spPr>
          <a:xfrm>
            <a:off x="72367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88"/>
          <p:cNvSpPr txBox="1"/>
          <p:nvPr>
            <p:ph idx="9" type="subTitle"/>
          </p:nvPr>
        </p:nvSpPr>
        <p:spPr>
          <a:xfrm>
            <a:off x="658642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88"/>
          <p:cNvSpPr txBox="1"/>
          <p:nvPr>
            <p:ph idx="13" type="subTitle"/>
          </p:nvPr>
        </p:nvSpPr>
        <p:spPr>
          <a:xfrm>
            <a:off x="4634726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88"/>
          <p:cNvSpPr txBox="1"/>
          <p:nvPr>
            <p:ph idx="14" type="subTitle"/>
          </p:nvPr>
        </p:nvSpPr>
        <p:spPr>
          <a:xfrm>
            <a:off x="2678591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35" name="Google Shape;135;p88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136" name="Google Shape;136;p8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8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8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8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8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8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8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8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8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8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88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8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8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8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8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8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8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8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8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5" name="Google Shape;155;p88"/>
          <p:cNvGrpSpPr/>
          <p:nvPr/>
        </p:nvGrpSpPr>
        <p:grpSpPr>
          <a:xfrm rot="5400000">
            <a:off x="7613820" y="-692278"/>
            <a:ext cx="877851" cy="2209091"/>
            <a:chOff x="-26858" y="-227337"/>
            <a:chExt cx="1093215" cy="2757917"/>
          </a:xfrm>
        </p:grpSpPr>
        <p:sp>
          <p:nvSpPr>
            <p:cNvPr id="156" name="Google Shape;156;p8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8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8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8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8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8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8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8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8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8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8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8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8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8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8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8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8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8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0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80" name="Google Shape;180;p10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81" name="Google Shape;181;p100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82" name="Google Shape;182;p10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10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10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10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10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10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10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10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10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10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10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10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10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10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10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10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10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10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TITLE_ONLY_1_1_1_1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4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06" name="Google Shape;206;p114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07" name="Google Shape;207;p11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208" name="Google Shape;208;p11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11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11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11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11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11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11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1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11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1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1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1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1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1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1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1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1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1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0" name="Google Shape;230;p114"/>
          <p:cNvSpPr txBox="1"/>
          <p:nvPr>
            <p:ph idx="1" type="subTitle"/>
          </p:nvPr>
        </p:nvSpPr>
        <p:spPr>
          <a:xfrm>
            <a:off x="1706834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114"/>
          <p:cNvSpPr txBox="1"/>
          <p:nvPr>
            <p:ph idx="2" type="subTitle"/>
          </p:nvPr>
        </p:nvSpPr>
        <p:spPr>
          <a:xfrm>
            <a:off x="1706830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114"/>
          <p:cNvSpPr txBox="1"/>
          <p:nvPr>
            <p:ph idx="3" type="subTitle"/>
          </p:nvPr>
        </p:nvSpPr>
        <p:spPr>
          <a:xfrm>
            <a:off x="4385072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114"/>
          <p:cNvSpPr txBox="1"/>
          <p:nvPr>
            <p:ph idx="4" type="subTitle"/>
          </p:nvPr>
        </p:nvSpPr>
        <p:spPr>
          <a:xfrm>
            <a:off x="438507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114"/>
          <p:cNvSpPr txBox="1"/>
          <p:nvPr>
            <p:ph idx="5" type="subTitle"/>
          </p:nvPr>
        </p:nvSpPr>
        <p:spPr>
          <a:xfrm>
            <a:off x="4385072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114"/>
          <p:cNvSpPr txBox="1"/>
          <p:nvPr>
            <p:ph idx="6" type="subTitle"/>
          </p:nvPr>
        </p:nvSpPr>
        <p:spPr>
          <a:xfrm>
            <a:off x="438507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114"/>
          <p:cNvSpPr txBox="1"/>
          <p:nvPr>
            <p:ph idx="7" type="subTitle"/>
          </p:nvPr>
        </p:nvSpPr>
        <p:spPr>
          <a:xfrm>
            <a:off x="7063323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114"/>
          <p:cNvSpPr txBox="1"/>
          <p:nvPr>
            <p:ph idx="8" type="subTitle"/>
          </p:nvPr>
        </p:nvSpPr>
        <p:spPr>
          <a:xfrm>
            <a:off x="70633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114"/>
          <p:cNvSpPr txBox="1"/>
          <p:nvPr>
            <p:ph idx="9" type="subTitle"/>
          </p:nvPr>
        </p:nvSpPr>
        <p:spPr>
          <a:xfrm>
            <a:off x="1706834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9" name="Google Shape;239;p114"/>
          <p:cNvSpPr txBox="1"/>
          <p:nvPr>
            <p:ph idx="13" type="subTitle"/>
          </p:nvPr>
        </p:nvSpPr>
        <p:spPr>
          <a:xfrm>
            <a:off x="17068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114"/>
          <p:cNvSpPr txBox="1"/>
          <p:nvPr>
            <p:ph idx="14" type="subTitle"/>
          </p:nvPr>
        </p:nvSpPr>
        <p:spPr>
          <a:xfrm>
            <a:off x="7063323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114"/>
          <p:cNvSpPr txBox="1"/>
          <p:nvPr>
            <p:ph idx="15" type="subTitle"/>
          </p:nvPr>
        </p:nvSpPr>
        <p:spPr>
          <a:xfrm>
            <a:off x="706332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7"/>
          <p:cNvSpPr txBox="1"/>
          <p:nvPr>
            <p:ph type="title"/>
          </p:nvPr>
        </p:nvSpPr>
        <p:spPr>
          <a:xfrm>
            <a:off x="2879587" y="225183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4" name="Google Shape;244;p97"/>
          <p:cNvSpPr txBox="1"/>
          <p:nvPr>
            <p:ph idx="2" type="title"/>
          </p:nvPr>
        </p:nvSpPr>
        <p:spPr>
          <a:xfrm>
            <a:off x="2879575" y="992730"/>
            <a:ext cx="1566600" cy="108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45" name="Google Shape;245;p97"/>
          <p:cNvSpPr txBox="1"/>
          <p:nvPr>
            <p:ph idx="1" type="subTitle"/>
          </p:nvPr>
        </p:nvSpPr>
        <p:spPr>
          <a:xfrm>
            <a:off x="2879587" y="3764723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246" name="Google Shape;246;p97"/>
          <p:cNvCxnSpPr/>
          <p:nvPr/>
        </p:nvCxnSpPr>
        <p:spPr>
          <a:xfrm rot="10800000">
            <a:off x="2978388" y="2115488"/>
            <a:ext cx="61656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7" name="Google Shape;247;p97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248" name="Google Shape;248;p97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97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97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97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97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97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97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97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97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97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97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97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97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97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97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97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97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97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97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97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97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97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97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97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97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97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97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97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97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97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97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97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97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97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97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97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97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97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97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97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2" name="Google Shape;292;p97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293" name="Google Shape;293;p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9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9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9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9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9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9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9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9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9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9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9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p9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9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9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9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9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9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9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9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9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9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97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9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9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9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9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9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9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9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9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1_1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96"/>
          <p:cNvSpPr txBox="1"/>
          <p:nvPr>
            <p:ph type="title"/>
          </p:nvPr>
        </p:nvSpPr>
        <p:spPr>
          <a:xfrm>
            <a:off x="2382850" y="2635150"/>
            <a:ext cx="4378500" cy="7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5" name="Google Shape;335;p96"/>
          <p:cNvSpPr txBox="1"/>
          <p:nvPr>
            <p:ph idx="2" type="title"/>
          </p:nvPr>
        </p:nvSpPr>
        <p:spPr>
          <a:xfrm>
            <a:off x="3788700" y="1136050"/>
            <a:ext cx="1566600" cy="1435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08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6" name="Google Shape;336;p96"/>
          <p:cNvSpPr txBox="1"/>
          <p:nvPr>
            <p:ph idx="1" type="subTitle"/>
          </p:nvPr>
        </p:nvSpPr>
        <p:spPr>
          <a:xfrm>
            <a:off x="3377400" y="35275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grpSp>
        <p:nvGrpSpPr>
          <p:cNvPr id="337" name="Google Shape;337;p96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338" name="Google Shape;338;p9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9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9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9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9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9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9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9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9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9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9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9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9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9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9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9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9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9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9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9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9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9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9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9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9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9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9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9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9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9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9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9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9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9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9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9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9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9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9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9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2" name="Google Shape;382;p96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383" name="Google Shape;383;p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9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9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9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9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9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9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9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9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9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9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9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9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9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9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9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9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9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9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9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9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p9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9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9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9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9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9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9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9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9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9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9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9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05"/>
          <p:cNvSpPr txBox="1"/>
          <p:nvPr>
            <p:ph type="title"/>
          </p:nvPr>
        </p:nvSpPr>
        <p:spPr>
          <a:xfrm>
            <a:off x="713225" y="978238"/>
            <a:ext cx="3147300" cy="229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5" name="Google Shape;425;p105"/>
          <p:cNvSpPr txBox="1"/>
          <p:nvPr>
            <p:ph idx="1" type="subTitle"/>
          </p:nvPr>
        </p:nvSpPr>
        <p:spPr>
          <a:xfrm>
            <a:off x="713225" y="3357063"/>
            <a:ext cx="3147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426" name="Google Shape;426;p105"/>
          <p:cNvGrpSpPr/>
          <p:nvPr/>
        </p:nvGrpSpPr>
        <p:grpSpPr>
          <a:xfrm flipH="1">
            <a:off x="4743766" y="-1156952"/>
            <a:ext cx="4451259" cy="6129060"/>
            <a:chOff x="-37799" y="-227337"/>
            <a:chExt cx="1833529" cy="2524637"/>
          </a:xfrm>
        </p:grpSpPr>
        <p:sp>
          <p:nvSpPr>
            <p:cNvPr id="427" name="Google Shape;427;p10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10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10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10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10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10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10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10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10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10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105"/>
            <p:cNvSpPr/>
            <p:nvPr/>
          </p:nvSpPr>
          <p:spPr>
            <a:xfrm rot="10800000">
              <a:off x="-37799" y="811313"/>
              <a:ext cx="381833" cy="44126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10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10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10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10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10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10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10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10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10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10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10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10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10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10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10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10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10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10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10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10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10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TITLE_AND_BODY_1"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91"/>
          <p:cNvSpPr txBox="1"/>
          <p:nvPr>
            <p:ph type="title"/>
          </p:nvPr>
        </p:nvSpPr>
        <p:spPr>
          <a:xfrm>
            <a:off x="1675800" y="1891935"/>
            <a:ext cx="25623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1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64" name="Google Shape;464;p91"/>
          <p:cNvSpPr txBox="1"/>
          <p:nvPr>
            <p:ph idx="1" type="subTitle"/>
          </p:nvPr>
        </p:nvSpPr>
        <p:spPr>
          <a:xfrm>
            <a:off x="4904575" y="1939924"/>
            <a:ext cx="35262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5" name="Google Shape;465;p91"/>
          <p:cNvCxnSpPr/>
          <p:nvPr/>
        </p:nvCxnSpPr>
        <p:spPr>
          <a:xfrm>
            <a:off x="4572000" y="-121800"/>
            <a:ext cx="0" cy="37605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466" name="Google Shape;466;p91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467" name="Google Shape;467;p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9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9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9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9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9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9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9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9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9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9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9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9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9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9" name="Google Shape;489;p91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490" name="Google Shape;490;p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9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9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9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9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9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9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9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91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9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9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9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9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9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9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9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9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"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6"/>
          <p:cNvSpPr txBox="1"/>
          <p:nvPr>
            <p:ph type="ctrTitle"/>
          </p:nvPr>
        </p:nvSpPr>
        <p:spPr>
          <a:xfrm>
            <a:off x="4155425" y="19669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1" name="Google Shape;511;p86"/>
          <p:cNvSpPr txBox="1"/>
          <p:nvPr>
            <p:ph idx="2" type="title"/>
          </p:nvPr>
        </p:nvSpPr>
        <p:spPr>
          <a:xfrm>
            <a:off x="2319727" y="19668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2" name="Google Shape;512;p86"/>
          <p:cNvSpPr txBox="1"/>
          <p:nvPr>
            <p:ph idx="3" type="ctrTitle"/>
          </p:nvPr>
        </p:nvSpPr>
        <p:spPr>
          <a:xfrm>
            <a:off x="4155425" y="26321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3" name="Google Shape;513;p86"/>
          <p:cNvSpPr txBox="1"/>
          <p:nvPr>
            <p:ph idx="4" type="title"/>
          </p:nvPr>
        </p:nvSpPr>
        <p:spPr>
          <a:xfrm>
            <a:off x="2319727" y="26321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4" name="Google Shape;514;p86"/>
          <p:cNvSpPr txBox="1"/>
          <p:nvPr>
            <p:ph idx="5" type="ctrTitle"/>
          </p:nvPr>
        </p:nvSpPr>
        <p:spPr>
          <a:xfrm>
            <a:off x="4155425" y="32974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5" name="Google Shape;515;p86"/>
          <p:cNvSpPr txBox="1"/>
          <p:nvPr>
            <p:ph idx="6" type="title"/>
          </p:nvPr>
        </p:nvSpPr>
        <p:spPr>
          <a:xfrm>
            <a:off x="2319727" y="32973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6" name="Google Shape;516;p86"/>
          <p:cNvSpPr txBox="1"/>
          <p:nvPr>
            <p:ph idx="7" type="ctrTitle"/>
          </p:nvPr>
        </p:nvSpPr>
        <p:spPr>
          <a:xfrm>
            <a:off x="4155425" y="39626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7" name="Google Shape;517;p86"/>
          <p:cNvSpPr txBox="1"/>
          <p:nvPr>
            <p:ph idx="8" type="title"/>
          </p:nvPr>
        </p:nvSpPr>
        <p:spPr>
          <a:xfrm>
            <a:off x="2319727" y="39626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8" name="Google Shape;518;p86"/>
          <p:cNvSpPr txBox="1"/>
          <p:nvPr>
            <p:ph idx="9" type="ctrTitle"/>
          </p:nvPr>
        </p:nvSpPr>
        <p:spPr>
          <a:xfrm>
            <a:off x="4155425" y="1184800"/>
            <a:ext cx="3888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Barlow Condensed"/>
              <a:buNone/>
              <a:defRPr sz="36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grpSp>
        <p:nvGrpSpPr>
          <p:cNvPr id="519" name="Google Shape;519;p86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520" name="Google Shape;520;p8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8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8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8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8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8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8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8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8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8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8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8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8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8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8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8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8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8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8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9" name="Google Shape;539;p86"/>
          <p:cNvGrpSpPr/>
          <p:nvPr/>
        </p:nvGrpSpPr>
        <p:grpSpPr>
          <a:xfrm rot="5400000">
            <a:off x="7613820" y="-692278"/>
            <a:ext cx="877851" cy="2209091"/>
            <a:chOff x="-26858" y="-227337"/>
            <a:chExt cx="1093215" cy="2757917"/>
          </a:xfrm>
        </p:grpSpPr>
        <p:sp>
          <p:nvSpPr>
            <p:cNvPr id="540" name="Google Shape;540;p8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8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8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8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8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8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8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8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8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8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8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8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8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8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8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8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8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8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3">
  <p:cSld name="CUSTOM_1_1_1_1"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89"/>
          <p:cNvSpPr txBox="1"/>
          <p:nvPr>
            <p:ph type="ctrTitle"/>
          </p:nvPr>
        </p:nvSpPr>
        <p:spPr>
          <a:xfrm>
            <a:off x="893040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4" name="Google Shape;564;p89"/>
          <p:cNvSpPr txBox="1"/>
          <p:nvPr>
            <p:ph idx="2" type="title"/>
          </p:nvPr>
        </p:nvSpPr>
        <p:spPr>
          <a:xfrm>
            <a:off x="893104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6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5" name="Google Shape;565;p89"/>
          <p:cNvSpPr txBox="1"/>
          <p:nvPr>
            <p:ph idx="3" type="ctrTitle"/>
          </p:nvPr>
        </p:nvSpPr>
        <p:spPr>
          <a:xfrm>
            <a:off x="3398867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6" name="Google Shape;566;p89"/>
          <p:cNvSpPr txBox="1"/>
          <p:nvPr>
            <p:ph idx="4" type="title"/>
          </p:nvPr>
        </p:nvSpPr>
        <p:spPr>
          <a:xfrm>
            <a:off x="3398905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7" name="Google Shape;567;p89"/>
          <p:cNvSpPr txBox="1"/>
          <p:nvPr>
            <p:ph idx="5" type="ctrTitle"/>
          </p:nvPr>
        </p:nvSpPr>
        <p:spPr>
          <a:xfrm>
            <a:off x="889725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8" name="Google Shape;568;p89"/>
          <p:cNvSpPr txBox="1"/>
          <p:nvPr>
            <p:ph idx="6" type="title"/>
          </p:nvPr>
        </p:nvSpPr>
        <p:spPr>
          <a:xfrm>
            <a:off x="889737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9" name="Google Shape;569;p89"/>
          <p:cNvSpPr txBox="1"/>
          <p:nvPr>
            <p:ph idx="7" type="ctrTitle"/>
          </p:nvPr>
        </p:nvSpPr>
        <p:spPr>
          <a:xfrm>
            <a:off x="3395552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0" name="Google Shape;570;p89"/>
          <p:cNvSpPr txBox="1"/>
          <p:nvPr>
            <p:ph idx="8" type="title"/>
          </p:nvPr>
        </p:nvSpPr>
        <p:spPr>
          <a:xfrm>
            <a:off x="3395538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1" name="Google Shape;571;p89"/>
          <p:cNvSpPr txBox="1"/>
          <p:nvPr>
            <p:ph idx="1" type="subTitle"/>
          </p:nvPr>
        </p:nvSpPr>
        <p:spPr>
          <a:xfrm>
            <a:off x="898154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2" name="Google Shape;572;p89"/>
          <p:cNvSpPr txBox="1"/>
          <p:nvPr>
            <p:ph idx="9" type="subTitle"/>
          </p:nvPr>
        </p:nvSpPr>
        <p:spPr>
          <a:xfrm>
            <a:off x="3398031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3" name="Google Shape;573;p89"/>
          <p:cNvSpPr txBox="1"/>
          <p:nvPr>
            <p:ph idx="13" type="subTitle"/>
          </p:nvPr>
        </p:nvSpPr>
        <p:spPr>
          <a:xfrm>
            <a:off x="893055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4" name="Google Shape;574;p89"/>
          <p:cNvSpPr txBox="1"/>
          <p:nvPr>
            <p:ph idx="14" type="subTitle"/>
          </p:nvPr>
        </p:nvSpPr>
        <p:spPr>
          <a:xfrm>
            <a:off x="3403067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5" name="Google Shape;575;p89"/>
          <p:cNvSpPr txBox="1"/>
          <p:nvPr>
            <p:ph idx="15" type="ctrTitle"/>
          </p:nvPr>
        </p:nvSpPr>
        <p:spPr>
          <a:xfrm>
            <a:off x="5904593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6" name="Google Shape;576;p89"/>
          <p:cNvSpPr txBox="1"/>
          <p:nvPr>
            <p:ph idx="16" type="title"/>
          </p:nvPr>
        </p:nvSpPr>
        <p:spPr>
          <a:xfrm>
            <a:off x="5904631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7" name="Google Shape;577;p89"/>
          <p:cNvSpPr txBox="1"/>
          <p:nvPr>
            <p:ph idx="17" type="ctrTitle"/>
          </p:nvPr>
        </p:nvSpPr>
        <p:spPr>
          <a:xfrm>
            <a:off x="5901278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8" name="Google Shape;578;p89"/>
          <p:cNvSpPr txBox="1"/>
          <p:nvPr>
            <p:ph idx="18" type="title"/>
          </p:nvPr>
        </p:nvSpPr>
        <p:spPr>
          <a:xfrm>
            <a:off x="5901265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9" name="Google Shape;579;p89"/>
          <p:cNvSpPr txBox="1"/>
          <p:nvPr>
            <p:ph idx="19" type="subTitle"/>
          </p:nvPr>
        </p:nvSpPr>
        <p:spPr>
          <a:xfrm>
            <a:off x="5903758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80" name="Google Shape;580;p89"/>
          <p:cNvSpPr txBox="1"/>
          <p:nvPr>
            <p:ph idx="20" type="subTitle"/>
          </p:nvPr>
        </p:nvSpPr>
        <p:spPr>
          <a:xfrm>
            <a:off x="5908793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81" name="Google Shape;581;p89"/>
          <p:cNvGrpSpPr/>
          <p:nvPr/>
        </p:nvGrpSpPr>
        <p:grpSpPr>
          <a:xfrm flipH="1" rot="5400000">
            <a:off x="7600520" y="3611830"/>
            <a:ext cx="877851" cy="2209091"/>
            <a:chOff x="-26858" y="-227337"/>
            <a:chExt cx="1093215" cy="2757917"/>
          </a:xfrm>
        </p:grpSpPr>
        <p:sp>
          <p:nvSpPr>
            <p:cNvPr id="582" name="Google Shape;582;p8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8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8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8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8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8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8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8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8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8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8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8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8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8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8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8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8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8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TITLE_AND_BODY_1_1"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92"/>
          <p:cNvSpPr txBox="1"/>
          <p:nvPr>
            <p:ph type="title"/>
          </p:nvPr>
        </p:nvSpPr>
        <p:spPr>
          <a:xfrm>
            <a:off x="2968788" y="2765075"/>
            <a:ext cx="320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606" name="Google Shape;606;p92"/>
          <p:cNvSpPr txBox="1"/>
          <p:nvPr>
            <p:ph idx="1" type="subTitle"/>
          </p:nvPr>
        </p:nvSpPr>
        <p:spPr>
          <a:xfrm>
            <a:off x="2557200" y="3501225"/>
            <a:ext cx="4029600" cy="11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07" name="Google Shape;607;p92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608" name="Google Shape;608;p9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9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9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9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9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9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9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9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9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9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9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9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9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9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9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9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9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9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0" name="Google Shape;630;p92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631" name="Google Shape;631;p9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9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9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9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9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9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9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p9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p9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9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92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9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9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9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9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9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9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9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9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_1"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93"/>
          <p:cNvSpPr txBox="1"/>
          <p:nvPr>
            <p:ph type="ctrTitle"/>
          </p:nvPr>
        </p:nvSpPr>
        <p:spPr>
          <a:xfrm>
            <a:off x="713225" y="299982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52" name="Google Shape;652;p93"/>
          <p:cNvSpPr txBox="1"/>
          <p:nvPr>
            <p:ph idx="1" type="subTitle"/>
          </p:nvPr>
        </p:nvSpPr>
        <p:spPr>
          <a:xfrm>
            <a:off x="713225" y="1712800"/>
            <a:ext cx="63792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53" name="Google Shape;653;p93"/>
          <p:cNvSpPr/>
          <p:nvPr/>
        </p:nvSpPr>
        <p:spPr>
          <a:xfrm flipH="1" rot="-5400000">
            <a:off x="4073565" y="-78536"/>
            <a:ext cx="996879" cy="1153940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4" name="Google Shape;654;p9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655" name="Google Shape;655;p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9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9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9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9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9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9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p9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9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9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9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9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9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9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7" name="Google Shape;677;p93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678" name="Google Shape;678;p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9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9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9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9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9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9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9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93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9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9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9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9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9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9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9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9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TITLE_1_1_1_1"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94"/>
          <p:cNvSpPr txBox="1"/>
          <p:nvPr>
            <p:ph idx="1" type="subTitle"/>
          </p:nvPr>
        </p:nvSpPr>
        <p:spPr>
          <a:xfrm>
            <a:off x="1924300" y="1704900"/>
            <a:ext cx="5295300" cy="173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99" name="Google Shape;699;p94"/>
          <p:cNvSpPr txBox="1"/>
          <p:nvPr>
            <p:ph type="ctrTitle"/>
          </p:nvPr>
        </p:nvSpPr>
        <p:spPr>
          <a:xfrm>
            <a:off x="3272413" y="366387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4"/>
                </a:solidFill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grpSp>
        <p:nvGrpSpPr>
          <p:cNvPr id="700" name="Google Shape;700;p9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701" name="Google Shape;701;p9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9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9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9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9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9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9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9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9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9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9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9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9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9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9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9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9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9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3" name="Google Shape;723;p94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724" name="Google Shape;724;p9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9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9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9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9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9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9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9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9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9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94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9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9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9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9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9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9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9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9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95"/>
          <p:cNvSpPr txBox="1"/>
          <p:nvPr>
            <p:ph type="title"/>
          </p:nvPr>
        </p:nvSpPr>
        <p:spPr>
          <a:xfrm>
            <a:off x="3016200" y="112210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5" name="Google Shape;745;p95"/>
          <p:cNvSpPr txBox="1"/>
          <p:nvPr>
            <p:ph idx="2" type="title"/>
          </p:nvPr>
        </p:nvSpPr>
        <p:spPr>
          <a:xfrm>
            <a:off x="1399800" y="1122100"/>
            <a:ext cx="14640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746" name="Google Shape;746;p95"/>
          <p:cNvSpPr txBox="1"/>
          <p:nvPr>
            <p:ph idx="1" type="subTitle"/>
          </p:nvPr>
        </p:nvSpPr>
        <p:spPr>
          <a:xfrm>
            <a:off x="3016200" y="32371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747" name="Google Shape;747;p95"/>
          <p:cNvCxnSpPr/>
          <p:nvPr/>
        </p:nvCxnSpPr>
        <p:spPr>
          <a:xfrm>
            <a:off x="2940913" y="-12"/>
            <a:ext cx="0" cy="2753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48" name="Google Shape;748;p95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749" name="Google Shape;749;p9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9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9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9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9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9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9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9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9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9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9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" name="Google Shape;762;p9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9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p9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9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p9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9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9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9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9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9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9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9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9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9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9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9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9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9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9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9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9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9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9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9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9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9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9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9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9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3" name="Google Shape;793;p95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794" name="Google Shape;794;p9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9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9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9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9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9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9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9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9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9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9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9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9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9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9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9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9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9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9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9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9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9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9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9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9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9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9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95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9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9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9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9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9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9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9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9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98"/>
          <p:cNvSpPr txBox="1"/>
          <p:nvPr>
            <p:ph type="ctrTitle"/>
          </p:nvPr>
        </p:nvSpPr>
        <p:spPr>
          <a:xfrm flipH="1">
            <a:off x="770700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836" name="Google Shape;836;p98"/>
          <p:cNvCxnSpPr/>
          <p:nvPr/>
        </p:nvCxnSpPr>
        <p:spPr>
          <a:xfrm>
            <a:off x="498025" y="-44700"/>
            <a:ext cx="0" cy="11049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7" name="Google Shape;837;p98"/>
          <p:cNvSpPr txBox="1"/>
          <p:nvPr>
            <p:ph idx="1" type="subTitle"/>
          </p:nvPr>
        </p:nvSpPr>
        <p:spPr>
          <a:xfrm>
            <a:off x="32808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38" name="Google Shape;838;p98"/>
          <p:cNvSpPr txBox="1"/>
          <p:nvPr>
            <p:ph idx="2" type="subTitle"/>
          </p:nvPr>
        </p:nvSpPr>
        <p:spPr>
          <a:xfrm>
            <a:off x="3282700" y="1925451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39" name="Google Shape;839;p98"/>
          <p:cNvSpPr txBox="1"/>
          <p:nvPr>
            <p:ph idx="3" type="title"/>
          </p:nvPr>
        </p:nvSpPr>
        <p:spPr>
          <a:xfrm>
            <a:off x="56541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0" name="Google Shape;840;p98"/>
          <p:cNvSpPr txBox="1"/>
          <p:nvPr>
            <p:ph idx="4" type="subTitle"/>
          </p:nvPr>
        </p:nvSpPr>
        <p:spPr>
          <a:xfrm>
            <a:off x="3280813" y="1636850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41" name="Google Shape;841;p98"/>
          <p:cNvSpPr txBox="1"/>
          <p:nvPr>
            <p:ph idx="5" type="subTitle"/>
          </p:nvPr>
        </p:nvSpPr>
        <p:spPr>
          <a:xfrm>
            <a:off x="32808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42" name="Google Shape;842;p98"/>
          <p:cNvSpPr txBox="1"/>
          <p:nvPr>
            <p:ph idx="6" type="subTitle"/>
          </p:nvPr>
        </p:nvSpPr>
        <p:spPr>
          <a:xfrm>
            <a:off x="3282700" y="3882776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43" name="Google Shape;843;p98"/>
          <p:cNvSpPr txBox="1"/>
          <p:nvPr>
            <p:ph idx="7" type="title"/>
          </p:nvPr>
        </p:nvSpPr>
        <p:spPr>
          <a:xfrm>
            <a:off x="56541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4" name="Google Shape;844;p98"/>
          <p:cNvSpPr txBox="1"/>
          <p:nvPr>
            <p:ph idx="8" type="subTitle"/>
          </p:nvPr>
        </p:nvSpPr>
        <p:spPr>
          <a:xfrm>
            <a:off x="3280813" y="3594175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845" name="Google Shape;845;p98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846" name="Google Shape;846;p9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9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9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9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9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9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9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9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9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9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9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9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9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9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9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9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9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9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99"/>
          <p:cNvSpPr txBox="1"/>
          <p:nvPr>
            <p:ph idx="1" type="subTitle"/>
          </p:nvPr>
        </p:nvSpPr>
        <p:spPr>
          <a:xfrm>
            <a:off x="1357575" y="2398275"/>
            <a:ext cx="2568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0" name="Google Shape;870;p99"/>
          <p:cNvSpPr txBox="1"/>
          <p:nvPr>
            <p:ph idx="2" type="subTitle"/>
          </p:nvPr>
        </p:nvSpPr>
        <p:spPr>
          <a:xfrm>
            <a:off x="1132425" y="3320025"/>
            <a:ext cx="30186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71" name="Google Shape;871;p99"/>
          <p:cNvSpPr txBox="1"/>
          <p:nvPr>
            <p:ph type="title"/>
          </p:nvPr>
        </p:nvSpPr>
        <p:spPr>
          <a:xfrm>
            <a:off x="1676475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72" name="Google Shape;872;p99"/>
          <p:cNvSpPr txBox="1"/>
          <p:nvPr>
            <p:ph idx="3" type="subTitle"/>
          </p:nvPr>
        </p:nvSpPr>
        <p:spPr>
          <a:xfrm>
            <a:off x="1700175" y="2912675"/>
            <a:ext cx="1883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3" name="Google Shape;873;p99"/>
          <p:cNvSpPr txBox="1"/>
          <p:nvPr>
            <p:ph idx="4" type="subTitle"/>
          </p:nvPr>
        </p:nvSpPr>
        <p:spPr>
          <a:xfrm>
            <a:off x="5235388" y="2398275"/>
            <a:ext cx="2569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4" name="Google Shape;874;p99"/>
          <p:cNvSpPr txBox="1"/>
          <p:nvPr>
            <p:ph idx="5" type="subTitle"/>
          </p:nvPr>
        </p:nvSpPr>
        <p:spPr>
          <a:xfrm>
            <a:off x="5011450" y="3320025"/>
            <a:ext cx="30174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75" name="Google Shape;875;p99"/>
          <p:cNvSpPr txBox="1"/>
          <p:nvPr>
            <p:ph idx="6" type="title"/>
          </p:nvPr>
        </p:nvSpPr>
        <p:spPr>
          <a:xfrm>
            <a:off x="5554900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76" name="Google Shape;876;p99"/>
          <p:cNvSpPr txBox="1"/>
          <p:nvPr>
            <p:ph idx="7" type="subTitle"/>
          </p:nvPr>
        </p:nvSpPr>
        <p:spPr>
          <a:xfrm>
            <a:off x="5554825" y="2912675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7" name="Google Shape;877;p99"/>
          <p:cNvSpPr txBox="1"/>
          <p:nvPr>
            <p:ph idx="8" type="ctrTitle"/>
          </p:nvPr>
        </p:nvSpPr>
        <p:spPr>
          <a:xfrm>
            <a:off x="266501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878" name="Google Shape;878;p99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879" name="Google Shape;879;p99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880" name="Google Shape;880;p9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" name="Google Shape;881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9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" name="Google Shape;883;p9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9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9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9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9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9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9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9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9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9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9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9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9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9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p9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9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">
    <p:spTree>
      <p:nvGrpSpPr>
        <p:cNvPr id="902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101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904" name="Google Shape;904;p101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05" name="Google Shape;905;p101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906" name="Google Shape;906;p10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" name="Google Shape;907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" name="Google Shape;908;p10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10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10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10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10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p10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10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10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10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10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10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10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10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10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0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10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10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TITLE_AND_TWO_COLUMNS_1_1">
    <p:spTree>
      <p:nvGrpSpPr>
        <p:cNvPr id="928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02"/>
          <p:cNvSpPr txBox="1"/>
          <p:nvPr>
            <p:ph idx="1" type="subTitle"/>
          </p:nvPr>
        </p:nvSpPr>
        <p:spPr>
          <a:xfrm>
            <a:off x="104241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0" name="Google Shape;930;p102"/>
          <p:cNvSpPr txBox="1"/>
          <p:nvPr>
            <p:ph type="title"/>
          </p:nvPr>
        </p:nvSpPr>
        <p:spPr>
          <a:xfrm>
            <a:off x="104182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1" name="Google Shape;931;p102"/>
          <p:cNvSpPr txBox="1"/>
          <p:nvPr>
            <p:ph idx="2" type="subTitle"/>
          </p:nvPr>
        </p:nvSpPr>
        <p:spPr>
          <a:xfrm>
            <a:off x="104242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2" name="Google Shape;932;p102"/>
          <p:cNvSpPr txBox="1"/>
          <p:nvPr>
            <p:ph idx="3" type="subTitle"/>
          </p:nvPr>
        </p:nvSpPr>
        <p:spPr>
          <a:xfrm>
            <a:off x="3607341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3" name="Google Shape;933;p102"/>
          <p:cNvSpPr txBox="1"/>
          <p:nvPr>
            <p:ph idx="4" type="title"/>
          </p:nvPr>
        </p:nvSpPr>
        <p:spPr>
          <a:xfrm>
            <a:off x="3606750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4" name="Google Shape;934;p102"/>
          <p:cNvSpPr txBox="1"/>
          <p:nvPr>
            <p:ph idx="5" type="subTitle"/>
          </p:nvPr>
        </p:nvSpPr>
        <p:spPr>
          <a:xfrm>
            <a:off x="3607350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5" name="Google Shape;935;p102"/>
          <p:cNvSpPr txBox="1"/>
          <p:nvPr>
            <p:ph idx="6" type="subTitle"/>
          </p:nvPr>
        </p:nvSpPr>
        <p:spPr>
          <a:xfrm>
            <a:off x="617226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6" name="Google Shape;936;p102"/>
          <p:cNvSpPr txBox="1"/>
          <p:nvPr>
            <p:ph idx="7" type="title"/>
          </p:nvPr>
        </p:nvSpPr>
        <p:spPr>
          <a:xfrm>
            <a:off x="617167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7" name="Google Shape;937;p102"/>
          <p:cNvSpPr txBox="1"/>
          <p:nvPr>
            <p:ph idx="8" type="subTitle"/>
          </p:nvPr>
        </p:nvSpPr>
        <p:spPr>
          <a:xfrm>
            <a:off x="617227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8" name="Google Shape;938;p102"/>
          <p:cNvSpPr txBox="1"/>
          <p:nvPr>
            <p:ph idx="9"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939" name="Google Shape;939;p10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40" name="Google Shape;940;p10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941" name="Google Shape;941;p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1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1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1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1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1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1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1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1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1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1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1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1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1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1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03"/>
          <p:cNvSpPr txBox="1"/>
          <p:nvPr>
            <p:ph type="title"/>
          </p:nvPr>
        </p:nvSpPr>
        <p:spPr>
          <a:xfrm>
            <a:off x="1869525" y="1705650"/>
            <a:ext cx="5405100" cy="173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965" name="Google Shape;965;p103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966" name="Google Shape;966;p103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103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103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103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103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03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103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103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p103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p103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03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103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p103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103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03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103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103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986;p103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103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03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03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103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103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992;p103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103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103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" name="Google Shape;996;p103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103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998;p103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999;p103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103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103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103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103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03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103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103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103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103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103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0" name="Google Shape;1010;p103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011" name="Google Shape;1011;p10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10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10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10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10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10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10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10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0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10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0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10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10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0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10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10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0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10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0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10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0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10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10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0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039;p10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10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0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103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10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10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10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10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10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10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10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10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>
  <p:cSld name="MAIN_POINT_1">
    <p:spTree>
      <p:nvGrpSpPr>
        <p:cNvPr id="105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04"/>
          <p:cNvSpPr txBox="1"/>
          <p:nvPr>
            <p:ph type="title"/>
          </p:nvPr>
        </p:nvSpPr>
        <p:spPr>
          <a:xfrm>
            <a:off x="3576150" y="1906435"/>
            <a:ext cx="5405100" cy="20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96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1053" name="Google Shape;1053;p104"/>
          <p:cNvGrpSpPr/>
          <p:nvPr/>
        </p:nvGrpSpPr>
        <p:grpSpPr>
          <a:xfrm>
            <a:off x="-26847" y="-280618"/>
            <a:ext cx="2865062" cy="3613974"/>
            <a:chOff x="-26858" y="-227337"/>
            <a:chExt cx="2186403" cy="2757917"/>
          </a:xfrm>
        </p:grpSpPr>
        <p:sp>
          <p:nvSpPr>
            <p:cNvPr id="1054" name="Google Shape;1054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1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1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1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1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1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1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10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10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10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1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1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1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1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1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1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10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1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10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10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10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10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10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104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10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10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10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10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10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10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10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10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52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94" name="Google Shape;1094;p10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095" name="Google Shape;1095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1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1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1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1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1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1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1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1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1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1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1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1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SECTION_TITLE_AND_DESCRIPTION_1"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106"/>
          <p:cNvSpPr txBox="1"/>
          <p:nvPr>
            <p:ph type="title"/>
          </p:nvPr>
        </p:nvSpPr>
        <p:spPr>
          <a:xfrm>
            <a:off x="4655050" y="445100"/>
            <a:ext cx="3775500" cy="224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9" name="Google Shape;1119;p106"/>
          <p:cNvSpPr txBox="1"/>
          <p:nvPr>
            <p:ph idx="1" type="subTitle"/>
          </p:nvPr>
        </p:nvSpPr>
        <p:spPr>
          <a:xfrm>
            <a:off x="5344075" y="2622950"/>
            <a:ext cx="3086700" cy="8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1" name="Google Shape;1121;p107"/>
          <p:cNvGrpSpPr/>
          <p:nvPr/>
        </p:nvGrpSpPr>
        <p:grpSpPr>
          <a:xfrm>
            <a:off x="-6570" y="518767"/>
            <a:ext cx="2604982" cy="2256975"/>
            <a:chOff x="-8580" y="487809"/>
            <a:chExt cx="2894424" cy="2507193"/>
          </a:xfrm>
        </p:grpSpPr>
        <p:sp>
          <p:nvSpPr>
            <p:cNvPr id="1122" name="Google Shape;1122;p10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123;p107"/>
            <p:cNvSpPr/>
            <p:nvPr/>
          </p:nvSpPr>
          <p:spPr>
            <a:xfrm rot="10800000">
              <a:off x="-8580" y="903907"/>
              <a:ext cx="726263" cy="125540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107"/>
            <p:cNvSpPr/>
            <p:nvPr/>
          </p:nvSpPr>
          <p:spPr>
            <a:xfrm rot="10800000">
              <a:off x="-8580" y="487809"/>
              <a:ext cx="722770" cy="835778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10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10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107"/>
            <p:cNvSpPr/>
            <p:nvPr/>
          </p:nvSpPr>
          <p:spPr>
            <a:xfrm rot="10800000">
              <a:off x="717603" y="487809"/>
              <a:ext cx="1445514" cy="835778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107"/>
            <p:cNvSpPr/>
            <p:nvPr/>
          </p:nvSpPr>
          <p:spPr>
            <a:xfrm rot="10800000">
              <a:off x="717630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107"/>
            <p:cNvSpPr/>
            <p:nvPr/>
          </p:nvSpPr>
          <p:spPr>
            <a:xfrm rot="10800000">
              <a:off x="717630" y="1739643"/>
              <a:ext cx="722770" cy="835752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10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107"/>
            <p:cNvSpPr/>
            <p:nvPr/>
          </p:nvSpPr>
          <p:spPr>
            <a:xfrm rot="10800000">
              <a:off x="2163100" y="903904"/>
              <a:ext cx="722744" cy="835778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107"/>
            <p:cNvSpPr/>
            <p:nvPr/>
          </p:nvSpPr>
          <p:spPr>
            <a:xfrm flipH="1" rot="10800000">
              <a:off x="1442105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3" name="Google Shape;1133;p107"/>
          <p:cNvSpPr/>
          <p:nvPr/>
        </p:nvSpPr>
        <p:spPr>
          <a:xfrm flipH="1">
            <a:off x="-1017193" y="881512"/>
            <a:ext cx="4269126" cy="4942773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107"/>
          <p:cNvSpPr txBox="1"/>
          <p:nvPr>
            <p:ph type="title"/>
          </p:nvPr>
        </p:nvSpPr>
        <p:spPr>
          <a:xfrm>
            <a:off x="713225" y="2321675"/>
            <a:ext cx="2230800" cy="228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APTION_ONLY_1"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108"/>
          <p:cNvSpPr txBox="1"/>
          <p:nvPr>
            <p:ph type="title"/>
          </p:nvPr>
        </p:nvSpPr>
        <p:spPr>
          <a:xfrm>
            <a:off x="713225" y="3236075"/>
            <a:ext cx="3576000" cy="137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1137" name="Google Shape;1137;p108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138" name="Google Shape;1138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10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10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10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10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10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10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10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10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10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10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10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p10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p10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" name="Google Shape;1158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9" name="Google Shape;1159;p10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60" name="Google Shape;1160;p108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161" name="Google Shape;1161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10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" name="Google Shape;1164;p10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" name="Google Shape;1165;p10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10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10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10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10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10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10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10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10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10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10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10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10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10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10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10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10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10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10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10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10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108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10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10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10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10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10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10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10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10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TITLE_ONLY_1"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09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03" name="Google Shape;1203;p109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04" name="Google Shape;1204;p109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205" name="Google Shape;1205;p10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10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10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10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10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10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10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10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10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10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10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10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p10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p10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10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p10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10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10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27" name="Google Shape;1227;p109"/>
          <p:cNvSpPr txBox="1"/>
          <p:nvPr>
            <p:ph idx="1" type="subTitle"/>
          </p:nvPr>
        </p:nvSpPr>
        <p:spPr>
          <a:xfrm>
            <a:off x="1399032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28" name="Google Shape;1228;p109"/>
          <p:cNvSpPr txBox="1"/>
          <p:nvPr>
            <p:ph idx="2" type="subTitle"/>
          </p:nvPr>
        </p:nvSpPr>
        <p:spPr>
          <a:xfrm>
            <a:off x="713232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29" name="Google Shape;1229;p109"/>
          <p:cNvSpPr txBox="1"/>
          <p:nvPr>
            <p:ph idx="3" type="subTitle"/>
          </p:nvPr>
        </p:nvSpPr>
        <p:spPr>
          <a:xfrm>
            <a:off x="1399032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0" name="Google Shape;1230;p109"/>
          <p:cNvSpPr txBox="1"/>
          <p:nvPr>
            <p:ph idx="4" type="subTitle"/>
          </p:nvPr>
        </p:nvSpPr>
        <p:spPr>
          <a:xfrm>
            <a:off x="713232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1" name="Google Shape;1231;p109"/>
          <p:cNvSpPr txBox="1"/>
          <p:nvPr>
            <p:ph idx="5" type="subTitle"/>
          </p:nvPr>
        </p:nvSpPr>
        <p:spPr>
          <a:xfrm>
            <a:off x="6263640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2" name="Google Shape;1232;p109"/>
          <p:cNvSpPr txBox="1"/>
          <p:nvPr>
            <p:ph idx="6" type="subTitle"/>
          </p:nvPr>
        </p:nvSpPr>
        <p:spPr>
          <a:xfrm>
            <a:off x="6263640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3" name="Google Shape;1233;p109"/>
          <p:cNvSpPr txBox="1"/>
          <p:nvPr>
            <p:ph idx="7" type="subTitle"/>
          </p:nvPr>
        </p:nvSpPr>
        <p:spPr>
          <a:xfrm>
            <a:off x="6263640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4" name="Google Shape;1234;p109"/>
          <p:cNvSpPr txBox="1"/>
          <p:nvPr>
            <p:ph idx="8" type="subTitle"/>
          </p:nvPr>
        </p:nvSpPr>
        <p:spPr>
          <a:xfrm>
            <a:off x="6263640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2">
  <p:cSld name="TITLE_ONLY_1_1"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110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37" name="Google Shape;1237;p11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8" name="Google Shape;1238;p110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239" name="Google Shape;1239;p11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11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11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11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11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11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11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11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11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11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11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11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11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11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11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11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11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11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1" name="Google Shape;1261;p110"/>
          <p:cNvSpPr txBox="1"/>
          <p:nvPr>
            <p:ph idx="1" type="subTitle"/>
          </p:nvPr>
        </p:nvSpPr>
        <p:spPr>
          <a:xfrm>
            <a:off x="1892808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2" name="Google Shape;1262;p110"/>
          <p:cNvSpPr txBox="1"/>
          <p:nvPr>
            <p:ph idx="2" type="subTitle"/>
          </p:nvPr>
        </p:nvSpPr>
        <p:spPr>
          <a:xfrm>
            <a:off x="1892808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3" name="Google Shape;1263;p110"/>
          <p:cNvSpPr txBox="1"/>
          <p:nvPr>
            <p:ph idx="3" type="subTitle"/>
          </p:nvPr>
        </p:nvSpPr>
        <p:spPr>
          <a:xfrm>
            <a:off x="1892808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4" name="Google Shape;1264;p110"/>
          <p:cNvSpPr txBox="1"/>
          <p:nvPr>
            <p:ph idx="4" type="subTitle"/>
          </p:nvPr>
        </p:nvSpPr>
        <p:spPr>
          <a:xfrm>
            <a:off x="1892808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5" name="Google Shape;1265;p110"/>
          <p:cNvSpPr txBox="1"/>
          <p:nvPr>
            <p:ph idx="5" type="subTitle"/>
          </p:nvPr>
        </p:nvSpPr>
        <p:spPr>
          <a:xfrm>
            <a:off x="5980176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6" name="Google Shape;1266;p110"/>
          <p:cNvSpPr txBox="1"/>
          <p:nvPr>
            <p:ph idx="6" type="subTitle"/>
          </p:nvPr>
        </p:nvSpPr>
        <p:spPr>
          <a:xfrm>
            <a:off x="5980176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7" name="Google Shape;1267;p110"/>
          <p:cNvSpPr txBox="1"/>
          <p:nvPr>
            <p:ph idx="7" type="subTitle"/>
          </p:nvPr>
        </p:nvSpPr>
        <p:spPr>
          <a:xfrm>
            <a:off x="5980176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8" name="Google Shape;1268;p110"/>
          <p:cNvSpPr txBox="1"/>
          <p:nvPr>
            <p:ph idx="8" type="subTitle"/>
          </p:nvPr>
        </p:nvSpPr>
        <p:spPr>
          <a:xfrm>
            <a:off x="5980176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"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p111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71" name="Google Shape;1271;p111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72" name="Google Shape;1272;p111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273" name="Google Shape;1273;p11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11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11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11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11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11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11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11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11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" name="Google Shape;1284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11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11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" name="Google Shape;1287;p11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" name="Google Shape;1288;p11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11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11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11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" name="Google Shape;1292;p11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" name="Google Shape;1293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" name="Google Shape;1294;p11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95" name="Google Shape;1295;p111"/>
          <p:cNvSpPr txBox="1"/>
          <p:nvPr>
            <p:ph idx="1" type="subTitle"/>
          </p:nvPr>
        </p:nvSpPr>
        <p:spPr>
          <a:xfrm>
            <a:off x="2670048" y="1289304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6" name="Google Shape;1296;p111"/>
          <p:cNvSpPr txBox="1"/>
          <p:nvPr>
            <p:ph idx="2" type="subTitle"/>
          </p:nvPr>
        </p:nvSpPr>
        <p:spPr>
          <a:xfrm>
            <a:off x="1005840" y="1591056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7" name="Google Shape;1297;p111"/>
          <p:cNvSpPr txBox="1"/>
          <p:nvPr>
            <p:ph idx="3" type="subTitle"/>
          </p:nvPr>
        </p:nvSpPr>
        <p:spPr>
          <a:xfrm>
            <a:off x="2670048" y="353872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8" name="Google Shape;1298;p111"/>
          <p:cNvSpPr txBox="1"/>
          <p:nvPr>
            <p:ph idx="4" type="subTitle"/>
          </p:nvPr>
        </p:nvSpPr>
        <p:spPr>
          <a:xfrm>
            <a:off x="1005840" y="3840480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9" name="Google Shape;1299;p111"/>
          <p:cNvSpPr txBox="1"/>
          <p:nvPr>
            <p:ph idx="5" type="subTitle"/>
          </p:nvPr>
        </p:nvSpPr>
        <p:spPr>
          <a:xfrm>
            <a:off x="2670048" y="2414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0" name="Google Shape;1300;p111"/>
          <p:cNvSpPr txBox="1"/>
          <p:nvPr>
            <p:ph idx="6" type="subTitle"/>
          </p:nvPr>
        </p:nvSpPr>
        <p:spPr>
          <a:xfrm>
            <a:off x="1005840" y="2715767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TITLE_ONLY_1_2">
    <p:spTree>
      <p:nvGrpSpPr>
        <p:cNvPr id="1301" name="Shape 1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Google Shape;1302;p112"/>
          <p:cNvSpPr txBox="1"/>
          <p:nvPr>
            <p:ph idx="1" type="subTitle"/>
          </p:nvPr>
        </p:nvSpPr>
        <p:spPr>
          <a:xfrm>
            <a:off x="1399032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3" name="Google Shape;1303;p112"/>
          <p:cNvSpPr txBox="1"/>
          <p:nvPr>
            <p:ph idx="2" type="subTitle"/>
          </p:nvPr>
        </p:nvSpPr>
        <p:spPr>
          <a:xfrm>
            <a:off x="713232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4" name="Google Shape;1304;p112"/>
          <p:cNvSpPr txBox="1"/>
          <p:nvPr>
            <p:ph idx="3" type="subTitle"/>
          </p:nvPr>
        </p:nvSpPr>
        <p:spPr>
          <a:xfrm>
            <a:off x="1399032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5" name="Google Shape;1305;p112"/>
          <p:cNvSpPr txBox="1"/>
          <p:nvPr>
            <p:ph idx="4" type="subTitle"/>
          </p:nvPr>
        </p:nvSpPr>
        <p:spPr>
          <a:xfrm>
            <a:off x="713232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6" name="Google Shape;1306;p112"/>
          <p:cNvSpPr txBox="1"/>
          <p:nvPr>
            <p:ph idx="5" type="subTitle"/>
          </p:nvPr>
        </p:nvSpPr>
        <p:spPr>
          <a:xfrm>
            <a:off x="6263640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7" name="Google Shape;1307;p112"/>
          <p:cNvSpPr txBox="1"/>
          <p:nvPr>
            <p:ph idx="6" type="subTitle"/>
          </p:nvPr>
        </p:nvSpPr>
        <p:spPr>
          <a:xfrm>
            <a:off x="6263640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8" name="Google Shape;1308;p112"/>
          <p:cNvSpPr txBox="1"/>
          <p:nvPr>
            <p:ph idx="7" type="subTitle"/>
          </p:nvPr>
        </p:nvSpPr>
        <p:spPr>
          <a:xfrm>
            <a:off x="6263640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9" name="Google Shape;1309;p112"/>
          <p:cNvSpPr txBox="1"/>
          <p:nvPr>
            <p:ph idx="8" type="subTitle"/>
          </p:nvPr>
        </p:nvSpPr>
        <p:spPr>
          <a:xfrm>
            <a:off x="6263640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10" name="Google Shape;1310;p112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11" name="Google Shape;1311;p11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12" name="Google Shape;1312;p11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313" name="Google Shape;1313;p1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11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11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11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11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1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1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11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11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11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11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11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11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11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11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11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1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11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TITLE_ONLY_1_1_1">
    <p:spTree>
      <p:nvGrpSpPr>
        <p:cNvPr id="1335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p113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37" name="Google Shape;1337;p113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38" name="Google Shape;1338;p113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339" name="Google Shape;1339;p11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11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11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11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11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11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11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11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11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11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11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11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11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11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11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p11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p11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11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61" name="Google Shape;1361;p113"/>
          <p:cNvSpPr txBox="1"/>
          <p:nvPr>
            <p:ph idx="1" type="subTitle"/>
          </p:nvPr>
        </p:nvSpPr>
        <p:spPr>
          <a:xfrm>
            <a:off x="2064284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2" name="Google Shape;1362;p113"/>
          <p:cNvSpPr txBox="1"/>
          <p:nvPr>
            <p:ph idx="2" type="subTitle"/>
          </p:nvPr>
        </p:nvSpPr>
        <p:spPr>
          <a:xfrm>
            <a:off x="2064284" y="1591056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3" name="Google Shape;1363;p113"/>
          <p:cNvSpPr txBox="1"/>
          <p:nvPr>
            <p:ph idx="3" type="subTitle"/>
          </p:nvPr>
        </p:nvSpPr>
        <p:spPr>
          <a:xfrm>
            <a:off x="2064284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4" name="Google Shape;1364;p113"/>
          <p:cNvSpPr txBox="1"/>
          <p:nvPr>
            <p:ph idx="4" type="subTitle"/>
          </p:nvPr>
        </p:nvSpPr>
        <p:spPr>
          <a:xfrm>
            <a:off x="2064272" y="375818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5" name="Google Shape;1365;p113"/>
          <p:cNvSpPr txBox="1"/>
          <p:nvPr>
            <p:ph idx="5" type="subTitle"/>
          </p:nvPr>
        </p:nvSpPr>
        <p:spPr>
          <a:xfrm>
            <a:off x="5833573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6" name="Google Shape;1366;p113"/>
          <p:cNvSpPr txBox="1"/>
          <p:nvPr>
            <p:ph idx="6" type="subTitle"/>
          </p:nvPr>
        </p:nvSpPr>
        <p:spPr>
          <a:xfrm>
            <a:off x="5833572" y="1591050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7" name="Google Shape;1367;p113"/>
          <p:cNvSpPr txBox="1"/>
          <p:nvPr>
            <p:ph idx="7" type="subTitle"/>
          </p:nvPr>
        </p:nvSpPr>
        <p:spPr>
          <a:xfrm>
            <a:off x="5833573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8" name="Google Shape;1368;p113"/>
          <p:cNvSpPr txBox="1"/>
          <p:nvPr>
            <p:ph idx="8" type="subTitle"/>
          </p:nvPr>
        </p:nvSpPr>
        <p:spPr>
          <a:xfrm>
            <a:off x="5833572" y="3758175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9" name="Google Shape;1369;p113"/>
          <p:cNvSpPr txBox="1"/>
          <p:nvPr>
            <p:ph idx="9" type="subTitle"/>
          </p:nvPr>
        </p:nvSpPr>
        <p:spPr>
          <a:xfrm>
            <a:off x="2064284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0" name="Google Shape;1370;p113"/>
          <p:cNvSpPr txBox="1"/>
          <p:nvPr>
            <p:ph idx="13" type="subTitle"/>
          </p:nvPr>
        </p:nvSpPr>
        <p:spPr>
          <a:xfrm>
            <a:off x="2064272" y="266090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1" name="Google Shape;1371;p113"/>
          <p:cNvSpPr txBox="1"/>
          <p:nvPr>
            <p:ph idx="14" type="subTitle"/>
          </p:nvPr>
        </p:nvSpPr>
        <p:spPr>
          <a:xfrm>
            <a:off x="5833573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2" name="Google Shape;1372;p113"/>
          <p:cNvSpPr txBox="1"/>
          <p:nvPr>
            <p:ph idx="15" type="subTitle"/>
          </p:nvPr>
        </p:nvSpPr>
        <p:spPr>
          <a:xfrm>
            <a:off x="5833572" y="2660901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3">
  <p:cSld name="TITLE_ONLY_2">
    <p:spTree>
      <p:nvGrpSpPr>
        <p:cNvPr id="1373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p115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75" name="Google Shape;1375;p115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76" name="Google Shape;1376;p115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377" name="Google Shape;1377;p11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11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11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11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11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11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11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11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7" name="Google Shape;1387;p11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8" name="Google Shape;1388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11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11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11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11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11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11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11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11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11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99" name="Google Shape;1399;p115"/>
          <p:cNvSpPr txBox="1"/>
          <p:nvPr>
            <p:ph idx="1" type="subTitle"/>
          </p:nvPr>
        </p:nvSpPr>
        <p:spPr>
          <a:xfrm>
            <a:off x="88696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0" name="Google Shape;1400;p115"/>
          <p:cNvSpPr txBox="1"/>
          <p:nvPr>
            <p:ph idx="2" type="subTitle"/>
          </p:nvPr>
        </p:nvSpPr>
        <p:spPr>
          <a:xfrm>
            <a:off x="749808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1" name="Google Shape;1401;p115"/>
          <p:cNvSpPr txBox="1"/>
          <p:nvPr>
            <p:ph idx="3" type="subTitle"/>
          </p:nvPr>
        </p:nvSpPr>
        <p:spPr>
          <a:xfrm>
            <a:off x="7077456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2" name="Google Shape;1402;p115"/>
          <p:cNvSpPr txBox="1"/>
          <p:nvPr>
            <p:ph idx="4" type="subTitle"/>
          </p:nvPr>
        </p:nvSpPr>
        <p:spPr>
          <a:xfrm>
            <a:off x="6940296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3" name="Google Shape;1403;p115"/>
          <p:cNvSpPr txBox="1"/>
          <p:nvPr>
            <p:ph idx="5" type="subTitle"/>
          </p:nvPr>
        </p:nvSpPr>
        <p:spPr>
          <a:xfrm>
            <a:off x="2950393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4" name="Google Shape;1404;p115"/>
          <p:cNvSpPr txBox="1"/>
          <p:nvPr>
            <p:ph idx="6" type="subTitle"/>
          </p:nvPr>
        </p:nvSpPr>
        <p:spPr>
          <a:xfrm>
            <a:off x="2813304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5" name="Google Shape;1405;p115"/>
          <p:cNvSpPr txBox="1"/>
          <p:nvPr>
            <p:ph idx="7" type="subTitle"/>
          </p:nvPr>
        </p:nvSpPr>
        <p:spPr>
          <a:xfrm>
            <a:off x="501391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6" name="Google Shape;1406;p115"/>
          <p:cNvSpPr txBox="1"/>
          <p:nvPr>
            <p:ph idx="8" type="subTitle"/>
          </p:nvPr>
        </p:nvSpPr>
        <p:spPr>
          <a:xfrm>
            <a:off x="4876800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TITLE_ONLY_2_1"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116"/>
          <p:cNvSpPr txBox="1"/>
          <p:nvPr>
            <p:ph idx="1" type="subTitle"/>
          </p:nvPr>
        </p:nvSpPr>
        <p:spPr>
          <a:xfrm>
            <a:off x="924358" y="2982025"/>
            <a:ext cx="1717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9" name="Google Shape;1409;p116"/>
          <p:cNvSpPr txBox="1"/>
          <p:nvPr>
            <p:ph idx="2" type="subTitle"/>
          </p:nvPr>
        </p:nvSpPr>
        <p:spPr>
          <a:xfrm>
            <a:off x="724602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0" name="Google Shape;1410;p116"/>
          <p:cNvSpPr txBox="1"/>
          <p:nvPr>
            <p:ph idx="3" type="subTitle"/>
          </p:nvPr>
        </p:nvSpPr>
        <p:spPr>
          <a:xfrm>
            <a:off x="3712963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1" name="Google Shape;1411;p116"/>
          <p:cNvSpPr txBox="1"/>
          <p:nvPr>
            <p:ph idx="4" type="subTitle"/>
          </p:nvPr>
        </p:nvSpPr>
        <p:spPr>
          <a:xfrm>
            <a:off x="3513298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2" name="Google Shape;1412;p116"/>
          <p:cNvSpPr txBox="1"/>
          <p:nvPr>
            <p:ph idx="5" type="subTitle"/>
          </p:nvPr>
        </p:nvSpPr>
        <p:spPr>
          <a:xfrm>
            <a:off x="6501707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3" name="Google Shape;1413;p116"/>
          <p:cNvSpPr txBox="1"/>
          <p:nvPr>
            <p:ph idx="6" type="subTitle"/>
          </p:nvPr>
        </p:nvSpPr>
        <p:spPr>
          <a:xfrm>
            <a:off x="6302000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4" name="Google Shape;1414;p116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415" name="Google Shape;1415;p11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16" name="Google Shape;1416;p116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417" name="Google Shape;1417;p1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8" name="Google Shape;1418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9" name="Google Shape;1419;p11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0" name="Google Shape;1420;p11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1" name="Google Shape;1421;p11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2" name="Google Shape;1422;p11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3" name="Google Shape;1423;p1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4" name="Google Shape;1424;p1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5" name="Google Shape;1425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6" name="Google Shape;1426;p11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7" name="Google Shape;1427;p11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8" name="Google Shape;1428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9" name="Google Shape;1429;p11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0" name="Google Shape;1430;p11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1" name="Google Shape;1431;p11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2" name="Google Shape;1432;p11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3" name="Google Shape;1433;p11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4" name="Google Shape;1434;p11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5" name="Google Shape;1435;p11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6" name="Google Shape;1436;p1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7" name="Google Shape;1437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8" name="Google Shape;1438;p11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439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Google Shape;1440;p117"/>
          <p:cNvSpPr txBox="1"/>
          <p:nvPr>
            <p:ph hasCustomPrompt="1" type="title"/>
          </p:nvPr>
        </p:nvSpPr>
        <p:spPr>
          <a:xfrm>
            <a:off x="713225" y="2012563"/>
            <a:ext cx="77175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441" name="Google Shape;1441;p117"/>
          <p:cNvSpPr txBox="1"/>
          <p:nvPr>
            <p:ph idx="1" type="subTitle"/>
          </p:nvPr>
        </p:nvSpPr>
        <p:spPr>
          <a:xfrm>
            <a:off x="713225" y="2856738"/>
            <a:ext cx="771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42" name="Google Shape;1442;p117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443" name="Google Shape;1443;p11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4" name="Google Shape;1444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5" name="Google Shape;1445;p11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6" name="Google Shape;1446;p11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7" name="Google Shape;1447;p11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8" name="Google Shape;1448;p11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9" name="Google Shape;1449;p11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0" name="Google Shape;1450;p11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1" name="Google Shape;1451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2" name="Google Shape;1452;p11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3" name="Google Shape;1453;p11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4" name="Google Shape;1454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5" name="Google Shape;1455;p11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6" name="Google Shape;1456;p11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7" name="Google Shape;1457;p11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8" name="Google Shape;1458;p11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9" name="Google Shape;1459;p11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0" name="Google Shape;1460;p11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1" name="Google Shape;1461;p11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2" name="Google Shape;1462;p11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3" name="Google Shape;1463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4" name="Google Shape;1464;p11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65" name="Google Shape;1465;p117"/>
          <p:cNvGrpSpPr/>
          <p:nvPr/>
        </p:nvGrpSpPr>
        <p:grpSpPr>
          <a:xfrm rot="5400000">
            <a:off x="7648034" y="-312722"/>
            <a:ext cx="1209907" cy="1782036"/>
            <a:chOff x="700771" y="-227337"/>
            <a:chExt cx="1458774" cy="2138785"/>
          </a:xfrm>
        </p:grpSpPr>
        <p:sp>
          <p:nvSpPr>
            <p:cNvPr id="1466" name="Google Shape;1466;p11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7" name="Google Shape;1467;p11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8" name="Google Shape;1468;p11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9" name="Google Shape;1469;p11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0" name="Google Shape;1470;p11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1" name="Google Shape;1471;p11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2" name="Google Shape;1472;p11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3" name="Google Shape;1473;p11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4" name="Google Shape;1474;p11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5" name="Google Shape;1475;p11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6" name="Google Shape;1476;p117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7" name="Google Shape;1477;p11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8" name="Google Shape;1478;p11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9" name="Google Shape;1479;p11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0" name="Google Shape;1480;p11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1" name="Google Shape;1481;p11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2" name="Google Shape;1482;p11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3" name="Google Shape;1483;p11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4" name="Google Shape;1484;p11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BIG_NUMBER_2">
    <p:spTree>
      <p:nvGrpSpPr>
        <p:cNvPr id="1485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p118"/>
          <p:cNvSpPr txBox="1"/>
          <p:nvPr>
            <p:ph type="title"/>
          </p:nvPr>
        </p:nvSpPr>
        <p:spPr>
          <a:xfrm>
            <a:off x="3126225" y="1370175"/>
            <a:ext cx="2891400" cy="184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487" name="Google Shape;1487;p118"/>
          <p:cNvSpPr txBox="1"/>
          <p:nvPr>
            <p:ph idx="1" type="subTitle"/>
          </p:nvPr>
        </p:nvSpPr>
        <p:spPr>
          <a:xfrm>
            <a:off x="2033525" y="3073100"/>
            <a:ext cx="5076900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8" name="Google Shape;1488;p118"/>
          <p:cNvSpPr/>
          <p:nvPr/>
        </p:nvSpPr>
        <p:spPr>
          <a:xfrm flipH="1" rot="-5400000">
            <a:off x="3915139" y="-129225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9" name="Google Shape;1489;p118"/>
          <p:cNvSpPr/>
          <p:nvPr/>
        </p:nvSpPr>
        <p:spPr>
          <a:xfrm flipH="1" rot="5400000">
            <a:off x="3915139" y="3746750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0" name="Google Shape;1490;p118"/>
          <p:cNvSpPr/>
          <p:nvPr/>
        </p:nvSpPr>
        <p:spPr>
          <a:xfrm rot="-5400000">
            <a:off x="4846692" y="771370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1" name="Google Shape;1491;p118"/>
          <p:cNvSpPr/>
          <p:nvPr/>
        </p:nvSpPr>
        <p:spPr>
          <a:xfrm rot="5400000">
            <a:off x="3995542" y="4059545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2">
  <p:cSld name="BIG_NUMBER_3_1">
    <p:spTree>
      <p:nvGrpSpPr>
        <p:cNvPr id="1492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119"/>
          <p:cNvSpPr txBox="1"/>
          <p:nvPr>
            <p:ph type="title"/>
          </p:nvPr>
        </p:nvSpPr>
        <p:spPr>
          <a:xfrm>
            <a:off x="3350875" y="17567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494" name="Google Shape;1494;p119"/>
          <p:cNvSpPr txBox="1"/>
          <p:nvPr>
            <p:ph idx="1" type="subTitle"/>
          </p:nvPr>
        </p:nvSpPr>
        <p:spPr>
          <a:xfrm>
            <a:off x="3350825" y="26009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95" name="Google Shape;1495;p119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1496" name="Google Shape;1496;p11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7" name="Google Shape;1497;p11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8" name="Google Shape;1498;p119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9" name="Google Shape;1499;p119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0" name="Google Shape;1500;p119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1" name="Google Shape;1501;p119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2" name="Google Shape;1502;p119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3" name="Google Shape;1503;p11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4" name="Google Shape;1504;p119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5" name="Google Shape;1505;p119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6" name="Google Shape;1506;p119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7" name="Google Shape;1507;p119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8" name="Google Shape;1508;p119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9" name="Google Shape;1509;p119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0" name="Google Shape;1510;p119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1" name="Google Shape;1511;p119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2" name="Google Shape;1512;p119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3" name="Google Shape;1513;p119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4" name="Google Shape;1514;p119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15" name="Google Shape;1515;p119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516" name="Google Shape;1516;p11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7" name="Google Shape;1517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8" name="Google Shape;1518;p11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9" name="Google Shape;1519;p11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0" name="Google Shape;1520;p11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1" name="Google Shape;1521;p11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2" name="Google Shape;1522;p11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3" name="Google Shape;1523;p11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4" name="Google Shape;1524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5" name="Google Shape;1525;p11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6" name="Google Shape;1526;p11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7" name="Google Shape;1527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8" name="Google Shape;1528;p11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9" name="Google Shape;1529;p11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0" name="Google Shape;1530;p11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1" name="Google Shape;1531;p11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2" name="Google Shape;1532;p11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3" name="Google Shape;1533;p11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4" name="Google Shape;1534;p11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5" name="Google Shape;1535;p11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6" name="Google Shape;1536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7" name="Google Shape;1537;p11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IG_NUMBER_3_2">
    <p:spTree>
      <p:nvGrpSpPr>
        <p:cNvPr id="1538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120"/>
          <p:cNvSpPr txBox="1"/>
          <p:nvPr>
            <p:ph type="title"/>
          </p:nvPr>
        </p:nvSpPr>
        <p:spPr>
          <a:xfrm>
            <a:off x="3350875" y="18578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0" name="Google Shape;1540;p120"/>
          <p:cNvSpPr txBox="1"/>
          <p:nvPr>
            <p:ph idx="1" type="subTitle"/>
          </p:nvPr>
        </p:nvSpPr>
        <p:spPr>
          <a:xfrm>
            <a:off x="3350825" y="27020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1" name="Google Shape;1541;p120"/>
          <p:cNvSpPr txBox="1"/>
          <p:nvPr>
            <p:ph idx="2" type="title"/>
          </p:nvPr>
        </p:nvSpPr>
        <p:spPr>
          <a:xfrm>
            <a:off x="846400" y="2818825"/>
            <a:ext cx="14160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2" name="Google Shape;1542;p120"/>
          <p:cNvSpPr txBox="1"/>
          <p:nvPr>
            <p:ph idx="3" type="subTitle"/>
          </p:nvPr>
        </p:nvSpPr>
        <p:spPr>
          <a:xfrm>
            <a:off x="846400" y="3364175"/>
            <a:ext cx="1416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3" name="Google Shape;1543;p120"/>
          <p:cNvSpPr txBox="1"/>
          <p:nvPr>
            <p:ph idx="4" type="title"/>
          </p:nvPr>
        </p:nvSpPr>
        <p:spPr>
          <a:xfrm>
            <a:off x="6878425" y="1110850"/>
            <a:ext cx="14172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4" name="Google Shape;1544;p120"/>
          <p:cNvSpPr txBox="1"/>
          <p:nvPr>
            <p:ph idx="5" type="subTitle"/>
          </p:nvPr>
        </p:nvSpPr>
        <p:spPr>
          <a:xfrm>
            <a:off x="6878428" y="1646460"/>
            <a:ext cx="14172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545" name="Google Shape;1545;p120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546" name="Google Shape;1546;p12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7" name="Google Shape;1547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8" name="Google Shape;1548;p12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9" name="Google Shape;1549;p12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0" name="Google Shape;1550;p12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1" name="Google Shape;1551;p12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12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3" name="Google Shape;1553;p12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4" name="Google Shape;1554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12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12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7" name="Google Shape;1557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8" name="Google Shape;1558;p12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12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0" name="Google Shape;1560;p12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1" name="Google Shape;1561;p12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2" name="Google Shape;1562;p12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3" name="Google Shape;1563;p12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4" name="Google Shape;1564;p12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5" name="Google Shape;1565;p12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6" name="Google Shape;1566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7" name="Google Shape;1567;p12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68" name="Google Shape;1568;p120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1569" name="Google Shape;1569;p12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0" name="Google Shape;1570;p12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1" name="Google Shape;1571;p120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120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3" name="Google Shape;1573;p120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4" name="Google Shape;1574;p120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5" name="Google Shape;1575;p120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6" name="Google Shape;1576;p12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7" name="Google Shape;1577;p120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8" name="Google Shape;1578;p120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120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0" name="Google Shape;1580;p120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1" name="Google Shape;1581;p120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2" name="Google Shape;1582;p120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120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4" name="Google Shape;1584;p120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120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6" name="Google Shape;1586;p120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120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IG_NUMBER_1">
    <p:spTree>
      <p:nvGrpSpPr>
        <p:cNvPr id="1588" name="Shape 1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Google Shape;1589;p121"/>
          <p:cNvSpPr txBox="1"/>
          <p:nvPr>
            <p:ph type="title"/>
          </p:nvPr>
        </p:nvSpPr>
        <p:spPr>
          <a:xfrm>
            <a:off x="2345175" y="209105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0" name="Google Shape;1590;p121"/>
          <p:cNvSpPr txBox="1"/>
          <p:nvPr>
            <p:ph idx="1" type="subTitle"/>
          </p:nvPr>
        </p:nvSpPr>
        <p:spPr>
          <a:xfrm>
            <a:off x="2345175" y="278282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1" name="Google Shape;1591;p121"/>
          <p:cNvSpPr txBox="1"/>
          <p:nvPr>
            <p:ph idx="2" type="title"/>
          </p:nvPr>
        </p:nvSpPr>
        <p:spPr>
          <a:xfrm>
            <a:off x="2345175" y="36426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2" name="Google Shape;1592;p121"/>
          <p:cNvSpPr txBox="1"/>
          <p:nvPr>
            <p:ph idx="3" type="subTitle"/>
          </p:nvPr>
        </p:nvSpPr>
        <p:spPr>
          <a:xfrm>
            <a:off x="2345175" y="43343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3" name="Google Shape;1593;p121"/>
          <p:cNvSpPr txBox="1"/>
          <p:nvPr>
            <p:ph idx="4" type="title"/>
          </p:nvPr>
        </p:nvSpPr>
        <p:spPr>
          <a:xfrm>
            <a:off x="2345175" y="5395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4" name="Google Shape;1594;p121"/>
          <p:cNvSpPr txBox="1"/>
          <p:nvPr>
            <p:ph idx="5" type="subTitle"/>
          </p:nvPr>
        </p:nvSpPr>
        <p:spPr>
          <a:xfrm>
            <a:off x="2345175" y="12312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595" name="Google Shape;1595;p121"/>
          <p:cNvGrpSpPr/>
          <p:nvPr/>
        </p:nvGrpSpPr>
        <p:grpSpPr>
          <a:xfrm rot="-5400000">
            <a:off x="286059" y="3717553"/>
            <a:ext cx="1209907" cy="1782036"/>
            <a:chOff x="700771" y="-227337"/>
            <a:chExt cx="1458774" cy="2138785"/>
          </a:xfrm>
        </p:grpSpPr>
        <p:sp>
          <p:nvSpPr>
            <p:cNvPr id="1596" name="Google Shape;1596;p12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7" name="Google Shape;1597;p12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8" name="Google Shape;1598;p12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9" name="Google Shape;1599;p12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0" name="Google Shape;1600;p12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1" name="Google Shape;1601;p12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2" name="Google Shape;1602;p12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3" name="Google Shape;1603;p12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4" name="Google Shape;1604;p12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5" name="Google Shape;1605;p12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6" name="Google Shape;1606;p121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7" name="Google Shape;1607;p12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8" name="Google Shape;1608;p12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9" name="Google Shape;1609;p12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0" name="Google Shape;1610;p12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1" name="Google Shape;1611;p12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2" name="Google Shape;1612;p12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3" name="Google Shape;1613;p12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4" name="Google Shape;1614;p12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15" name="Google Shape;1615;p121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1616" name="Google Shape;1616;p12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7" name="Google Shape;1617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8" name="Google Shape;1618;p12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9" name="Google Shape;1619;p12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0" name="Google Shape;1620;p12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1" name="Google Shape;1621;p12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2" name="Google Shape;1622;p12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3" name="Google Shape;1623;p12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4" name="Google Shape;1624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5" name="Google Shape;1625;p12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6" name="Google Shape;1626;p12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7" name="Google Shape;1627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12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9" name="Google Shape;1629;p12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0" name="Google Shape;1630;p12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1" name="Google Shape;1631;p12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2" name="Google Shape;1632;p12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12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4" name="Google Shape;1634;p12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5" name="Google Shape;1635;p12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7" name="Google Shape;1637;p12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2">
  <p:cSld name="BIG_NUMBER_1_1">
    <p:spTree>
      <p:nvGrpSpPr>
        <p:cNvPr id="1638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p122"/>
          <p:cNvSpPr txBox="1"/>
          <p:nvPr>
            <p:ph type="title"/>
          </p:nvPr>
        </p:nvSpPr>
        <p:spPr>
          <a:xfrm>
            <a:off x="713225" y="2947500"/>
            <a:ext cx="3858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0" name="Google Shape;1640;p122"/>
          <p:cNvSpPr txBox="1"/>
          <p:nvPr>
            <p:ph idx="1" type="subTitle"/>
          </p:nvPr>
        </p:nvSpPr>
        <p:spPr>
          <a:xfrm>
            <a:off x="713225" y="3712464"/>
            <a:ext cx="3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1" name="Google Shape;1641;p122"/>
          <p:cNvSpPr txBox="1"/>
          <p:nvPr>
            <p:ph idx="2" type="title"/>
          </p:nvPr>
        </p:nvSpPr>
        <p:spPr>
          <a:xfrm>
            <a:off x="4572175" y="1389175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2" name="Google Shape;1642;p122"/>
          <p:cNvSpPr txBox="1"/>
          <p:nvPr>
            <p:ph idx="3" type="subTitle"/>
          </p:nvPr>
        </p:nvSpPr>
        <p:spPr>
          <a:xfrm>
            <a:off x="4572000" y="2157175"/>
            <a:ext cx="3858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3" name="Google Shape;1643;p122"/>
          <p:cNvSpPr txBox="1"/>
          <p:nvPr>
            <p:ph idx="4" type="title"/>
          </p:nvPr>
        </p:nvSpPr>
        <p:spPr>
          <a:xfrm>
            <a:off x="713225" y="1389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4" name="Google Shape;1644;p122"/>
          <p:cNvSpPr txBox="1"/>
          <p:nvPr>
            <p:ph idx="5" type="subTitle"/>
          </p:nvPr>
        </p:nvSpPr>
        <p:spPr>
          <a:xfrm>
            <a:off x="713225" y="2157175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5" name="Google Shape;1645;p122"/>
          <p:cNvSpPr txBox="1"/>
          <p:nvPr>
            <p:ph idx="6" type="title"/>
          </p:nvPr>
        </p:nvSpPr>
        <p:spPr>
          <a:xfrm>
            <a:off x="4572175" y="2945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6" name="Google Shape;1646;p122"/>
          <p:cNvSpPr txBox="1"/>
          <p:nvPr>
            <p:ph idx="7" type="subTitle"/>
          </p:nvPr>
        </p:nvSpPr>
        <p:spPr>
          <a:xfrm>
            <a:off x="4572175" y="3713200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647" name="Google Shape;1647;p12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48" name="Google Shape;1648;p12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9" name="Google Shape;1649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0" name="Google Shape;1650;p12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1" name="Google Shape;1651;p12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2" name="Google Shape;1652;p12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3" name="Google Shape;1653;p12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4" name="Google Shape;1654;p12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5" name="Google Shape;1655;p12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6" name="Google Shape;1656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7" name="Google Shape;1657;p12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8" name="Google Shape;1658;p12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9" name="Google Shape;1659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0" name="Google Shape;1660;p12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1" name="Google Shape;1661;p12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2" name="Google Shape;1662;p12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3" name="Google Shape;1663;p12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12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12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12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7" name="Google Shape;1667;p12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8" name="Google Shape;1668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9" name="Google Shape;1669;p12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670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p123"/>
          <p:cNvSpPr txBox="1"/>
          <p:nvPr>
            <p:ph type="title"/>
          </p:nvPr>
        </p:nvSpPr>
        <p:spPr>
          <a:xfrm>
            <a:off x="5355638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72" name="Google Shape;1672;p123"/>
          <p:cNvSpPr txBox="1"/>
          <p:nvPr>
            <p:ph idx="1" type="subTitle"/>
          </p:nvPr>
        </p:nvSpPr>
        <p:spPr>
          <a:xfrm>
            <a:off x="5355638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673" name="Google Shape;1673;p123"/>
          <p:cNvCxnSpPr/>
          <p:nvPr/>
        </p:nvCxnSpPr>
        <p:spPr>
          <a:xfrm>
            <a:off x="5360975" y="2502600"/>
            <a:ext cx="37830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674" name="Google Shape;1674;p12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75" name="Google Shape;1675;p12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7" name="Google Shape;1677;p12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12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12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12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12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12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12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12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12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12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12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0" name="Google Shape;1690;p12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12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12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12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12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12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ONE_COLUMN_TEXT_1">
    <p:spTree>
      <p:nvGrpSpPr>
        <p:cNvPr id="1697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p124"/>
          <p:cNvSpPr txBox="1"/>
          <p:nvPr>
            <p:ph type="title"/>
          </p:nvPr>
        </p:nvSpPr>
        <p:spPr>
          <a:xfrm flipH="1">
            <a:off x="1342550" y="1770450"/>
            <a:ext cx="29445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99" name="Google Shape;1699;p124"/>
          <p:cNvSpPr txBox="1"/>
          <p:nvPr>
            <p:ph idx="1" type="subTitle"/>
          </p:nvPr>
        </p:nvSpPr>
        <p:spPr>
          <a:xfrm flipH="1">
            <a:off x="1342550" y="2387550"/>
            <a:ext cx="2944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00" name="Google Shape;1700;p124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1701" name="Google Shape;1701;p12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12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12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12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12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12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12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12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12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12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12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12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12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12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12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12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12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12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2">
    <p:spTree>
      <p:nvGrpSpPr>
        <p:cNvPr id="1723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p125"/>
          <p:cNvSpPr txBox="1"/>
          <p:nvPr>
            <p:ph type="title"/>
          </p:nvPr>
        </p:nvSpPr>
        <p:spPr>
          <a:xfrm flipH="1">
            <a:off x="1859026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25" name="Google Shape;1725;p125"/>
          <p:cNvSpPr txBox="1"/>
          <p:nvPr>
            <p:ph idx="1" type="subTitle"/>
          </p:nvPr>
        </p:nvSpPr>
        <p:spPr>
          <a:xfrm flipH="1">
            <a:off x="1859026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726" name="Google Shape;1726;p125"/>
          <p:cNvCxnSpPr/>
          <p:nvPr/>
        </p:nvCxnSpPr>
        <p:spPr>
          <a:xfrm rot="10800000">
            <a:off x="125" y="2502600"/>
            <a:ext cx="48678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727" name="Google Shape;1727;p125"/>
          <p:cNvGrpSpPr/>
          <p:nvPr/>
        </p:nvGrpSpPr>
        <p:grpSpPr>
          <a:xfrm rot="-5400000">
            <a:off x="665615" y="3611830"/>
            <a:ext cx="877851" cy="2209091"/>
            <a:chOff x="-26858" y="-227337"/>
            <a:chExt cx="1093215" cy="2757917"/>
          </a:xfrm>
        </p:grpSpPr>
        <p:sp>
          <p:nvSpPr>
            <p:cNvPr id="1728" name="Google Shape;1728;p1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12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12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12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12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1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1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12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12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9" name="Google Shape;1739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12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12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12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12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12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12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12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1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12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TITLE_1_1">
    <p:spTree>
      <p:nvGrpSpPr>
        <p:cNvPr id="1750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Google Shape;1751;p126"/>
          <p:cNvSpPr txBox="1"/>
          <p:nvPr>
            <p:ph type="ctrTitle"/>
          </p:nvPr>
        </p:nvSpPr>
        <p:spPr>
          <a:xfrm>
            <a:off x="2769125" y="539500"/>
            <a:ext cx="3605700" cy="8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752" name="Google Shape;1752;p126"/>
          <p:cNvSpPr txBox="1"/>
          <p:nvPr>
            <p:ph idx="1" type="subTitle"/>
          </p:nvPr>
        </p:nvSpPr>
        <p:spPr>
          <a:xfrm>
            <a:off x="2725300" y="1609975"/>
            <a:ext cx="3693300" cy="10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3" name="Google Shape;1753;p126"/>
          <p:cNvSpPr txBox="1"/>
          <p:nvPr/>
        </p:nvSpPr>
        <p:spPr>
          <a:xfrm>
            <a:off x="3023550" y="3354600"/>
            <a:ext cx="3096900" cy="8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CREDITS: This presentation template was created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including icons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infographics &amp; images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1000" u="none" cap="none" strike="noStrike">
              <a:solidFill>
                <a:schemeClr val="dk1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1754" name="Google Shape;1754;p126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1755" name="Google Shape;1755;p12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12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8" name="Google Shape;1758;p12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9" name="Google Shape;1759;p12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12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12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12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12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12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12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12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12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12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1" name="Google Shape;1771;p12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2" name="Google Shape;1772;p12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12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12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12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12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12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12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12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12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12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12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12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12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12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12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12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12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12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12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12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12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4" name="Google Shape;1794;p12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5" name="Google Shape;1795;p12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12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7" name="Google Shape;1797;p12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8" name="Google Shape;1798;p12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9" name="Google Shape;1799;p126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1800" name="Google Shape;1800;p12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12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12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4" name="Google Shape;1804;p12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12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12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12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12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12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12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12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12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12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12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12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12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9" name="Google Shape;1819;p12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12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12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12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12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12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12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12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12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12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0" name="Google Shape;1830;p12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1" name="Google Shape;1831;p12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2" name="Google Shape;1832;p12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3" name="Google Shape;1833;p12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4" name="Google Shape;1834;p12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5" name="Google Shape;1835;p12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12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12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8" name="Google Shape;1838;p12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9" name="Google Shape;1839;p12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1840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">
    <p:bg>
      <p:bgPr>
        <a:solidFill>
          <a:schemeClr val="lt1"/>
        </a:solidFill>
      </p:bgPr>
    </p:bg>
    <p:spTree>
      <p:nvGrpSpPr>
        <p:cNvPr id="184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2" name="Google Shape;1842;p132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1843" name="Google Shape;1843;p132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4" name="Google Shape;1844;p132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5" name="Google Shape;1845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132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132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132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132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132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1" name="Google Shape;1851;p132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2" name="Google Shape;1852;p132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3" name="Google Shape;1853;p132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4" name="Google Shape;1854;p132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5" name="Google Shape;1855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p132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7" name="Google Shape;1857;p132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8" name="Google Shape;1858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9" name="Google Shape;1859;p132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0" name="Google Shape;1860;p132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1" name="Google Shape;1861;p132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2" name="Google Shape;1862;p132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3" name="Google Shape;1863;p132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4" name="Google Shape;1864;p132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5" name="Google Shape;1865;p132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6" name="Google Shape;1866;p132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7" name="Google Shape;1867;p132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8" name="Google Shape;1868;p132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9" name="Google Shape;1869;p132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0" name="Google Shape;1870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1" name="Google Shape;1871;p132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2" name="Google Shape;1872;p132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3" name="Google Shape;1873;p132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4" name="Google Shape;1874;p132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5" name="Google Shape;1875;p132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6" name="Google Shape;1876;p132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7" name="Google Shape;1877;p132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8" name="Google Shape;1878;p132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9" name="Google Shape;1879;p132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132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132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132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132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132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132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6" name="Google Shape;1886;p132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87" name="Google Shape;1887;p132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888" name="Google Shape;1888;p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9" name="Google Shape;1889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0" name="Google Shape;1890;p13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1" name="Google Shape;1891;p13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2" name="Google Shape;1892;p13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3" name="Google Shape;1893;p13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4" name="Google Shape;1894;p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6" name="Google Shape;1896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7" name="Google Shape;1897;p13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8" name="Google Shape;1898;p13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9" name="Google Shape;1899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0" name="Google Shape;1900;p13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1" name="Google Shape;1901;p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2" name="Google Shape;1902;p13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3" name="Google Shape;1903;p13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4" name="Google Shape;1904;p13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13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13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13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13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9" name="Google Shape;1909;p13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0" name="Google Shape;1910;p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2" name="Google Shape;1912;p13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3" name="Google Shape;1913;p13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13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13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6" name="Google Shape;1916;p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7" name="Google Shape;1917;p13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13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132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13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13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13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3" name="Google Shape;1923;p13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4" name="Google Shape;1924;p13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5" name="Google Shape;1925;p13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13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13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">
    <p:bg>
      <p:bgPr>
        <a:solidFill>
          <a:schemeClr val="lt1"/>
        </a:solidFill>
      </p:bgPr>
    </p:bg>
    <p:spTree>
      <p:nvGrpSpPr>
        <p:cNvPr id="1928" name="Shape 1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9" name="Google Shape;1929;p13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930" name="Google Shape;1930;p1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13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13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13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13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1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1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13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13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13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13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13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13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13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13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13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1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0" name="Google Shape;1950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1" name="Google Shape;1951;p13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47" Type="http://schemas.openxmlformats.org/officeDocument/2006/relationships/theme" Target="../theme/theme2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SemiBold"/>
              <a:buNone/>
              <a:defRPr b="0" i="0" sz="2800" u="none" cap="none" strike="noStrike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5" name="Shape 1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6" name="Google Shape;1956;p1"/>
          <p:cNvSpPr txBox="1"/>
          <p:nvPr>
            <p:ph type="ctrTitle"/>
          </p:nvPr>
        </p:nvSpPr>
        <p:spPr>
          <a:xfrm>
            <a:off x="2670000" y="1248875"/>
            <a:ext cx="38040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13300"/>
              <a:t>SIDEP</a:t>
            </a:r>
            <a:endParaRPr sz="13300"/>
          </a:p>
        </p:txBody>
      </p:sp>
      <p:sp>
        <p:nvSpPr>
          <p:cNvPr id="1957" name="Google Shape;1957;p1"/>
          <p:cNvSpPr txBox="1"/>
          <p:nvPr>
            <p:ph idx="1" type="subTitle"/>
          </p:nvPr>
        </p:nvSpPr>
        <p:spPr>
          <a:xfrm>
            <a:off x="79875" y="3679575"/>
            <a:ext cx="2931000" cy="13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Integrantes: Luis Salamanca</a:t>
            </a:r>
            <a:endParaRPr sz="1400"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      Diego de la Sota</a:t>
            </a:r>
            <a:br>
              <a:rPr lang="en" sz="1400"/>
            </a:br>
            <a:r>
              <a:rPr lang="en" sz="1400"/>
              <a:t>      Ignacio Pinares</a:t>
            </a:r>
            <a:endParaRPr sz="1400"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Asignatura: Capstone</a:t>
            </a:r>
            <a:endParaRPr sz="1400"/>
          </a:p>
        </p:txBody>
      </p:sp>
      <p:sp>
        <p:nvSpPr>
          <p:cNvPr id="1958" name="Google Shape;1958;p1"/>
          <p:cNvSpPr/>
          <p:nvPr/>
        </p:nvSpPr>
        <p:spPr>
          <a:xfrm rot="10800000">
            <a:off x="-76200" y="1690558"/>
            <a:ext cx="382257" cy="441707"/>
          </a:xfrm>
          <a:custGeom>
            <a:rect b="b" l="l" r="r" t="t"/>
            <a:pathLst>
              <a:path extrusionOk="0" h="31824" w="27654">
                <a:moveTo>
                  <a:pt x="27653" y="1"/>
                </a:moveTo>
                <a:lnTo>
                  <a:pt x="0" y="15845"/>
                </a:lnTo>
                <a:lnTo>
                  <a:pt x="27653" y="31823"/>
                </a:lnTo>
                <a:lnTo>
                  <a:pt x="27653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9" name="Google Shape;1959;p1"/>
          <p:cNvSpPr/>
          <p:nvPr/>
        </p:nvSpPr>
        <p:spPr>
          <a:xfrm rot="10800000">
            <a:off x="-76202" y="1248850"/>
            <a:ext cx="382247" cy="663492"/>
          </a:xfrm>
          <a:custGeom>
            <a:rect b="b" l="l" r="r" t="t"/>
            <a:pathLst>
              <a:path extrusionOk="0" h="47802" w="27654">
                <a:moveTo>
                  <a:pt x="0" y="0"/>
                </a:moveTo>
                <a:lnTo>
                  <a:pt x="0" y="31823"/>
                </a:lnTo>
                <a:lnTo>
                  <a:pt x="134" y="31956"/>
                </a:lnTo>
                <a:lnTo>
                  <a:pt x="27653" y="47801"/>
                </a:lnTo>
                <a:lnTo>
                  <a:pt x="27653" y="1597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0" name="Google Shape;1960;p1"/>
          <p:cNvSpPr/>
          <p:nvPr/>
        </p:nvSpPr>
        <p:spPr>
          <a:xfrm rot="10800000">
            <a:off x="-76200" y="143724"/>
            <a:ext cx="382257" cy="663476"/>
          </a:xfrm>
          <a:custGeom>
            <a:rect b="b" l="l" r="r" t="t"/>
            <a:pathLst>
              <a:path extrusionOk="0" h="47802" w="27654">
                <a:moveTo>
                  <a:pt x="27653" y="1"/>
                </a:moveTo>
                <a:lnTo>
                  <a:pt x="0" y="15979"/>
                </a:lnTo>
                <a:lnTo>
                  <a:pt x="0" y="47802"/>
                </a:lnTo>
                <a:lnTo>
                  <a:pt x="134" y="47802"/>
                </a:lnTo>
                <a:lnTo>
                  <a:pt x="27653" y="31824"/>
                </a:lnTo>
                <a:lnTo>
                  <a:pt x="27653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1"/>
          <p:cNvSpPr/>
          <p:nvPr/>
        </p:nvSpPr>
        <p:spPr>
          <a:xfrm rot="10800000">
            <a:off x="-76202" y="-76210"/>
            <a:ext cx="380409" cy="441717"/>
          </a:xfrm>
          <a:custGeom>
            <a:rect b="b" l="l" r="r" t="t"/>
            <a:pathLst>
              <a:path extrusionOk="0" h="31824" w="27521">
                <a:moveTo>
                  <a:pt x="27520" y="1"/>
                </a:moveTo>
                <a:lnTo>
                  <a:pt x="1" y="15979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1"/>
          <p:cNvSpPr/>
          <p:nvPr/>
        </p:nvSpPr>
        <p:spPr>
          <a:xfrm rot="10800000">
            <a:off x="-76191" y="807176"/>
            <a:ext cx="382247" cy="441703"/>
          </a:xfrm>
          <a:custGeom>
            <a:rect b="b" l="l" r="r" t="t"/>
            <a:pathLst>
              <a:path extrusionOk="0" h="31823" w="27654">
                <a:moveTo>
                  <a:pt x="27653" y="0"/>
                </a:moveTo>
                <a:lnTo>
                  <a:pt x="0" y="15978"/>
                </a:lnTo>
                <a:lnTo>
                  <a:pt x="27653" y="31823"/>
                </a:lnTo>
                <a:lnTo>
                  <a:pt x="2765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1"/>
          <p:cNvSpPr/>
          <p:nvPr/>
        </p:nvSpPr>
        <p:spPr>
          <a:xfrm rot="10800000">
            <a:off x="686447" y="1690558"/>
            <a:ext cx="380418" cy="441707"/>
          </a:xfrm>
          <a:custGeom>
            <a:rect b="b" l="l" r="r" t="t"/>
            <a:pathLst>
              <a:path extrusionOk="0" h="31824" w="27521">
                <a:moveTo>
                  <a:pt x="27521" y="1"/>
                </a:moveTo>
                <a:lnTo>
                  <a:pt x="1" y="15845"/>
                </a:lnTo>
                <a:lnTo>
                  <a:pt x="27521" y="31823"/>
                </a:lnTo>
                <a:lnTo>
                  <a:pt x="27521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4" name="Google Shape;1964;p1"/>
          <p:cNvSpPr/>
          <p:nvPr/>
        </p:nvSpPr>
        <p:spPr>
          <a:xfrm rot="10800000">
            <a:off x="684609" y="1248865"/>
            <a:ext cx="384095" cy="661630"/>
          </a:xfrm>
          <a:custGeom>
            <a:rect b="b" l="l" r="r" t="t"/>
            <a:pathLst>
              <a:path extrusionOk="0" h="47669" w="27787">
                <a:moveTo>
                  <a:pt x="1" y="1"/>
                </a:moveTo>
                <a:lnTo>
                  <a:pt x="134" y="31823"/>
                </a:lnTo>
                <a:lnTo>
                  <a:pt x="27787" y="47668"/>
                </a:lnTo>
                <a:lnTo>
                  <a:pt x="27654" y="15845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5" name="Google Shape;1965;p1"/>
          <p:cNvSpPr/>
          <p:nvPr/>
        </p:nvSpPr>
        <p:spPr>
          <a:xfrm rot="10800000">
            <a:off x="306052" y="1248850"/>
            <a:ext cx="380409" cy="661646"/>
          </a:xfrm>
          <a:custGeom>
            <a:rect b="b" l="l" r="r" t="t"/>
            <a:pathLst>
              <a:path extrusionOk="0" h="47669" w="27521">
                <a:moveTo>
                  <a:pt x="27520" y="1"/>
                </a:moveTo>
                <a:lnTo>
                  <a:pt x="1" y="15845"/>
                </a:lnTo>
                <a:lnTo>
                  <a:pt x="1" y="47668"/>
                </a:lnTo>
                <a:lnTo>
                  <a:pt x="27520" y="31823"/>
                </a:lnTo>
                <a:lnTo>
                  <a:pt x="27520" y="31690"/>
                </a:lnTo>
                <a:lnTo>
                  <a:pt x="275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6" name="Google Shape;1966;p1"/>
          <p:cNvSpPr/>
          <p:nvPr/>
        </p:nvSpPr>
        <p:spPr>
          <a:xfrm rot="10800000">
            <a:off x="680965" y="2692002"/>
            <a:ext cx="111133" cy="127335"/>
          </a:xfrm>
          <a:custGeom>
            <a:rect b="b" l="l" r="r" t="t"/>
            <a:pathLst>
              <a:path extrusionOk="0" h="9174" w="8040">
                <a:moveTo>
                  <a:pt x="8040" y="0"/>
                </a:moveTo>
                <a:lnTo>
                  <a:pt x="1" y="4604"/>
                </a:lnTo>
                <a:lnTo>
                  <a:pt x="8040" y="9174"/>
                </a:lnTo>
                <a:lnTo>
                  <a:pt x="804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7" name="Google Shape;1967;p1"/>
          <p:cNvSpPr/>
          <p:nvPr/>
        </p:nvSpPr>
        <p:spPr>
          <a:xfrm rot="10800000">
            <a:off x="306043" y="2132251"/>
            <a:ext cx="380418" cy="442165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8" name="Google Shape;1968;p1"/>
          <p:cNvSpPr/>
          <p:nvPr/>
        </p:nvSpPr>
        <p:spPr>
          <a:xfrm rot="10800000">
            <a:off x="306043" y="-76200"/>
            <a:ext cx="760822" cy="441707"/>
          </a:xfrm>
          <a:custGeom>
            <a:rect b="b" l="l" r="r" t="t"/>
            <a:pathLst>
              <a:path extrusionOk="0" h="31824" w="55041">
                <a:moveTo>
                  <a:pt x="27521" y="1"/>
                </a:moveTo>
                <a:lnTo>
                  <a:pt x="1" y="15979"/>
                </a:lnTo>
                <a:lnTo>
                  <a:pt x="27521" y="31823"/>
                </a:lnTo>
                <a:lnTo>
                  <a:pt x="55040" y="15979"/>
                </a:lnTo>
                <a:lnTo>
                  <a:pt x="2752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9" name="Google Shape;1969;p1"/>
          <p:cNvSpPr/>
          <p:nvPr/>
        </p:nvSpPr>
        <p:spPr>
          <a:xfrm rot="10800000">
            <a:off x="306043" y="143724"/>
            <a:ext cx="380418" cy="663476"/>
          </a:xfrm>
          <a:custGeom>
            <a:rect b="b" l="l" r="r" t="t"/>
            <a:pathLst>
              <a:path extrusionOk="0" h="47802" w="27521">
                <a:moveTo>
                  <a:pt x="1" y="1"/>
                </a:moveTo>
                <a:lnTo>
                  <a:pt x="1" y="31824"/>
                </a:lnTo>
                <a:lnTo>
                  <a:pt x="27520" y="47802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0" name="Google Shape;1970;p1"/>
          <p:cNvSpPr/>
          <p:nvPr/>
        </p:nvSpPr>
        <p:spPr>
          <a:xfrm rot="10800000">
            <a:off x="306043" y="585416"/>
            <a:ext cx="380418" cy="441693"/>
          </a:xfrm>
          <a:custGeom>
            <a:rect b="b" l="l" r="r" t="t"/>
            <a:pathLst>
              <a:path extrusionOk="0" h="31823" w="27521">
                <a:moveTo>
                  <a:pt x="27520" y="0"/>
                </a:moveTo>
                <a:lnTo>
                  <a:pt x="1" y="15845"/>
                </a:lnTo>
                <a:lnTo>
                  <a:pt x="27520" y="31823"/>
                </a:lnTo>
                <a:lnTo>
                  <a:pt x="2752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1" name="Google Shape;1971;p1"/>
          <p:cNvSpPr/>
          <p:nvPr/>
        </p:nvSpPr>
        <p:spPr>
          <a:xfrm rot="10800000">
            <a:off x="-76191" y="585406"/>
            <a:ext cx="382247" cy="441703"/>
          </a:xfrm>
          <a:custGeom>
            <a:rect b="b" l="l" r="r" t="t"/>
            <a:pathLst>
              <a:path extrusionOk="0" h="31823" w="27654">
                <a:moveTo>
                  <a:pt x="0" y="0"/>
                </a:moveTo>
                <a:lnTo>
                  <a:pt x="0" y="31823"/>
                </a:lnTo>
                <a:lnTo>
                  <a:pt x="27653" y="158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2" name="Google Shape;1972;p1"/>
          <p:cNvSpPr/>
          <p:nvPr/>
        </p:nvSpPr>
        <p:spPr>
          <a:xfrm rot="10800000">
            <a:off x="-76202" y="1027085"/>
            <a:ext cx="382247" cy="443577"/>
          </a:xfrm>
          <a:custGeom>
            <a:rect b="b" l="l" r="r" t="t"/>
            <a:pathLst>
              <a:path extrusionOk="0" h="31958" w="27654">
                <a:moveTo>
                  <a:pt x="0" y="1"/>
                </a:moveTo>
                <a:lnTo>
                  <a:pt x="0" y="31957"/>
                </a:lnTo>
                <a:lnTo>
                  <a:pt x="27653" y="1597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3" name="Google Shape;1973;p1"/>
          <p:cNvSpPr/>
          <p:nvPr/>
        </p:nvSpPr>
        <p:spPr>
          <a:xfrm rot="10800000">
            <a:off x="306050" y="807171"/>
            <a:ext cx="760804" cy="663492"/>
          </a:xfrm>
          <a:custGeom>
            <a:rect b="b" l="l" r="r" t="t"/>
            <a:pathLst>
              <a:path extrusionOk="0" h="47802" w="55041">
                <a:moveTo>
                  <a:pt x="55040" y="1"/>
                </a:moveTo>
                <a:lnTo>
                  <a:pt x="27521" y="15979"/>
                </a:lnTo>
                <a:lnTo>
                  <a:pt x="1" y="31957"/>
                </a:lnTo>
                <a:lnTo>
                  <a:pt x="27521" y="47802"/>
                </a:lnTo>
                <a:lnTo>
                  <a:pt x="55040" y="31957"/>
                </a:lnTo>
                <a:lnTo>
                  <a:pt x="5504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4" name="Google Shape;1974;p1"/>
          <p:cNvSpPr/>
          <p:nvPr/>
        </p:nvSpPr>
        <p:spPr>
          <a:xfrm rot="10800000">
            <a:off x="1449103" y="1690548"/>
            <a:ext cx="380395" cy="441717"/>
          </a:xfrm>
          <a:custGeom>
            <a:rect b="b" l="l" r="r" t="t"/>
            <a:pathLst>
              <a:path extrusionOk="0" h="31824" w="27520">
                <a:moveTo>
                  <a:pt x="27520" y="1"/>
                </a:moveTo>
                <a:lnTo>
                  <a:pt x="0" y="15845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5" name="Google Shape;1975;p1"/>
          <p:cNvSpPr/>
          <p:nvPr/>
        </p:nvSpPr>
        <p:spPr>
          <a:xfrm rot="10800000">
            <a:off x="1708691" y="1366463"/>
            <a:ext cx="178448" cy="206507"/>
          </a:xfrm>
          <a:custGeom>
            <a:rect b="b" l="l" r="r" t="t"/>
            <a:pathLst>
              <a:path extrusionOk="0" h="14878" w="12910">
                <a:moveTo>
                  <a:pt x="1" y="0"/>
                </a:moveTo>
                <a:lnTo>
                  <a:pt x="1" y="14877"/>
                </a:lnTo>
                <a:lnTo>
                  <a:pt x="12910" y="750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6" name="Google Shape;1976;p1"/>
          <p:cNvSpPr/>
          <p:nvPr/>
        </p:nvSpPr>
        <p:spPr>
          <a:xfrm rot="10800000">
            <a:off x="1712381" y="2028081"/>
            <a:ext cx="120809" cy="141229"/>
          </a:xfrm>
          <a:custGeom>
            <a:rect b="b" l="l" r="r" t="t"/>
            <a:pathLst>
              <a:path extrusionOk="0" h="10175" w="8740">
                <a:moveTo>
                  <a:pt x="0" y="1"/>
                </a:moveTo>
                <a:lnTo>
                  <a:pt x="0" y="10175"/>
                </a:lnTo>
                <a:lnTo>
                  <a:pt x="8740" y="5005"/>
                </a:lnTo>
                <a:lnTo>
                  <a:pt x="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7" name="Google Shape;1977;p1"/>
          <p:cNvSpPr/>
          <p:nvPr/>
        </p:nvSpPr>
        <p:spPr>
          <a:xfrm rot="10800000">
            <a:off x="1066851" y="1248865"/>
            <a:ext cx="382257" cy="661630"/>
          </a:xfrm>
          <a:custGeom>
            <a:rect b="b" l="l" r="r" t="t"/>
            <a:pathLst>
              <a:path extrusionOk="0" h="47669" w="27654">
                <a:moveTo>
                  <a:pt x="27654" y="1"/>
                </a:moveTo>
                <a:lnTo>
                  <a:pt x="1" y="15845"/>
                </a:lnTo>
                <a:lnTo>
                  <a:pt x="1" y="47668"/>
                </a:lnTo>
                <a:lnTo>
                  <a:pt x="27521" y="31823"/>
                </a:lnTo>
                <a:lnTo>
                  <a:pt x="27654" y="31690"/>
                </a:lnTo>
                <a:lnTo>
                  <a:pt x="27654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8" name="Google Shape;1978;p1"/>
          <p:cNvSpPr/>
          <p:nvPr/>
        </p:nvSpPr>
        <p:spPr>
          <a:xfrm rot="10800000">
            <a:off x="1066861" y="1690548"/>
            <a:ext cx="382247" cy="441717"/>
          </a:xfrm>
          <a:custGeom>
            <a:rect b="b" l="l" r="r" t="t"/>
            <a:pathLst>
              <a:path extrusionOk="0" h="31824" w="27654">
                <a:moveTo>
                  <a:pt x="1" y="1"/>
                </a:moveTo>
                <a:lnTo>
                  <a:pt x="1" y="31823"/>
                </a:lnTo>
                <a:lnTo>
                  <a:pt x="27654" y="15979"/>
                </a:lnTo>
                <a:lnTo>
                  <a:pt x="27654" y="15845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9" name="Google Shape;1979;p1"/>
          <p:cNvSpPr/>
          <p:nvPr/>
        </p:nvSpPr>
        <p:spPr>
          <a:xfrm rot="10800000">
            <a:off x="1449103" y="365483"/>
            <a:ext cx="380395" cy="441717"/>
          </a:xfrm>
          <a:custGeom>
            <a:rect b="b" l="l" r="r" t="t"/>
            <a:pathLst>
              <a:path extrusionOk="0" h="31824" w="27520">
                <a:moveTo>
                  <a:pt x="27520" y="1"/>
                </a:moveTo>
                <a:lnTo>
                  <a:pt x="0" y="15979"/>
                </a:lnTo>
                <a:lnTo>
                  <a:pt x="27520" y="31824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0" name="Google Shape;1980;p1"/>
          <p:cNvSpPr/>
          <p:nvPr/>
        </p:nvSpPr>
        <p:spPr>
          <a:xfrm rot="10800000">
            <a:off x="2069765" y="-76210"/>
            <a:ext cx="380409" cy="441717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1" name="Google Shape;1981;p1"/>
          <p:cNvSpPr/>
          <p:nvPr/>
        </p:nvSpPr>
        <p:spPr>
          <a:xfrm rot="10800000">
            <a:off x="1066851" y="-76200"/>
            <a:ext cx="382257" cy="883400"/>
          </a:xfrm>
          <a:custGeom>
            <a:rect b="b" l="l" r="r" t="t"/>
            <a:pathLst>
              <a:path extrusionOk="0" h="63647" w="27654">
                <a:moveTo>
                  <a:pt x="1" y="1"/>
                </a:moveTo>
                <a:lnTo>
                  <a:pt x="1" y="31824"/>
                </a:lnTo>
                <a:lnTo>
                  <a:pt x="1" y="63646"/>
                </a:lnTo>
                <a:lnTo>
                  <a:pt x="27521" y="47802"/>
                </a:lnTo>
                <a:lnTo>
                  <a:pt x="27654" y="47802"/>
                </a:lnTo>
                <a:lnTo>
                  <a:pt x="27654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2" name="Google Shape;1982;p1"/>
          <p:cNvSpPr/>
          <p:nvPr/>
        </p:nvSpPr>
        <p:spPr>
          <a:xfrm rot="10800000">
            <a:off x="1066851" y="585416"/>
            <a:ext cx="382257" cy="441693"/>
          </a:xfrm>
          <a:custGeom>
            <a:rect b="b" l="l" r="r" t="t"/>
            <a:pathLst>
              <a:path extrusionOk="0" h="31823" w="27654">
                <a:moveTo>
                  <a:pt x="27654" y="0"/>
                </a:moveTo>
                <a:lnTo>
                  <a:pt x="1" y="15845"/>
                </a:lnTo>
                <a:lnTo>
                  <a:pt x="27654" y="31823"/>
                </a:lnTo>
                <a:lnTo>
                  <a:pt x="2765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3" name="Google Shape;1983;p1"/>
          <p:cNvSpPr/>
          <p:nvPr/>
        </p:nvSpPr>
        <p:spPr>
          <a:xfrm rot="10800000">
            <a:off x="686445" y="143703"/>
            <a:ext cx="382247" cy="883406"/>
          </a:xfrm>
          <a:custGeom>
            <a:rect b="b" l="l" r="r" t="t"/>
            <a:pathLst>
              <a:path extrusionOk="0" h="63646" w="27654">
                <a:moveTo>
                  <a:pt x="134" y="0"/>
                </a:moveTo>
                <a:lnTo>
                  <a:pt x="1" y="31823"/>
                </a:lnTo>
                <a:lnTo>
                  <a:pt x="134" y="31823"/>
                </a:lnTo>
                <a:lnTo>
                  <a:pt x="134" y="63646"/>
                </a:lnTo>
                <a:lnTo>
                  <a:pt x="27654" y="47668"/>
                </a:lnTo>
                <a:lnTo>
                  <a:pt x="27654" y="1584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4" name="Google Shape;1984;p1"/>
          <p:cNvSpPr/>
          <p:nvPr/>
        </p:nvSpPr>
        <p:spPr>
          <a:xfrm rot="10800000">
            <a:off x="686465" y="807171"/>
            <a:ext cx="762643" cy="663492"/>
          </a:xfrm>
          <a:custGeom>
            <a:rect b="b" l="l" r="r" t="t"/>
            <a:pathLst>
              <a:path extrusionOk="0" h="47802" w="55174">
                <a:moveTo>
                  <a:pt x="27654" y="1"/>
                </a:moveTo>
                <a:lnTo>
                  <a:pt x="1" y="15979"/>
                </a:lnTo>
                <a:lnTo>
                  <a:pt x="1" y="47802"/>
                </a:lnTo>
                <a:lnTo>
                  <a:pt x="27654" y="31957"/>
                </a:lnTo>
                <a:lnTo>
                  <a:pt x="55174" y="15979"/>
                </a:lnTo>
                <a:lnTo>
                  <a:pt x="27654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5" name="Google Shape;1985;p1"/>
          <p:cNvSpPr/>
          <p:nvPr/>
        </p:nvSpPr>
        <p:spPr>
          <a:xfrm>
            <a:off x="8761740" y="4256839"/>
            <a:ext cx="382247" cy="663492"/>
          </a:xfrm>
          <a:custGeom>
            <a:rect b="b" l="l" r="r" t="t"/>
            <a:pathLst>
              <a:path extrusionOk="0" h="47802" w="27654">
                <a:moveTo>
                  <a:pt x="27653" y="1"/>
                </a:moveTo>
                <a:lnTo>
                  <a:pt x="0" y="15979"/>
                </a:lnTo>
                <a:lnTo>
                  <a:pt x="0" y="47802"/>
                </a:lnTo>
                <a:lnTo>
                  <a:pt x="134" y="47802"/>
                </a:lnTo>
                <a:lnTo>
                  <a:pt x="27653" y="31824"/>
                </a:lnTo>
                <a:lnTo>
                  <a:pt x="27653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6" name="Google Shape;1986;p1"/>
          <p:cNvSpPr/>
          <p:nvPr/>
        </p:nvSpPr>
        <p:spPr>
          <a:xfrm>
            <a:off x="8763590" y="4698532"/>
            <a:ext cx="380409" cy="441717"/>
          </a:xfrm>
          <a:custGeom>
            <a:rect b="b" l="l" r="r" t="t"/>
            <a:pathLst>
              <a:path extrusionOk="0" h="31824" w="27521">
                <a:moveTo>
                  <a:pt x="27520" y="1"/>
                </a:moveTo>
                <a:lnTo>
                  <a:pt x="1" y="15979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7" name="Google Shape;1987;p1"/>
          <p:cNvSpPr/>
          <p:nvPr/>
        </p:nvSpPr>
        <p:spPr>
          <a:xfrm>
            <a:off x="8652474" y="3168852"/>
            <a:ext cx="111133" cy="127335"/>
          </a:xfrm>
          <a:custGeom>
            <a:rect b="b" l="l" r="r" t="t"/>
            <a:pathLst>
              <a:path extrusionOk="0" h="9174" w="8040">
                <a:moveTo>
                  <a:pt x="8040" y="0"/>
                </a:moveTo>
                <a:lnTo>
                  <a:pt x="1" y="4604"/>
                </a:lnTo>
                <a:lnTo>
                  <a:pt x="8040" y="9174"/>
                </a:lnTo>
                <a:lnTo>
                  <a:pt x="804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8" name="Google Shape;1988;p1"/>
          <p:cNvSpPr/>
          <p:nvPr/>
        </p:nvSpPr>
        <p:spPr>
          <a:xfrm>
            <a:off x="8000931" y="4698532"/>
            <a:ext cx="760804" cy="441717"/>
          </a:xfrm>
          <a:custGeom>
            <a:rect b="b" l="l" r="r" t="t"/>
            <a:pathLst>
              <a:path extrusionOk="0" h="31824" w="55041">
                <a:moveTo>
                  <a:pt x="27521" y="1"/>
                </a:moveTo>
                <a:lnTo>
                  <a:pt x="1" y="15979"/>
                </a:lnTo>
                <a:lnTo>
                  <a:pt x="27521" y="31823"/>
                </a:lnTo>
                <a:lnTo>
                  <a:pt x="55040" y="15979"/>
                </a:lnTo>
                <a:lnTo>
                  <a:pt x="2752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9" name="Google Shape;1989;p1"/>
          <p:cNvSpPr/>
          <p:nvPr/>
        </p:nvSpPr>
        <p:spPr>
          <a:xfrm>
            <a:off x="8381336" y="4256839"/>
            <a:ext cx="380409" cy="663492"/>
          </a:xfrm>
          <a:custGeom>
            <a:rect b="b" l="l" r="r" t="t"/>
            <a:pathLst>
              <a:path extrusionOk="0" h="47802" w="27521">
                <a:moveTo>
                  <a:pt x="1" y="1"/>
                </a:moveTo>
                <a:lnTo>
                  <a:pt x="1" y="31824"/>
                </a:lnTo>
                <a:lnTo>
                  <a:pt x="27520" y="47802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0" name="Google Shape;1990;p1"/>
          <p:cNvSpPr/>
          <p:nvPr/>
        </p:nvSpPr>
        <p:spPr>
          <a:xfrm>
            <a:off x="8761740" y="4036930"/>
            <a:ext cx="382247" cy="441703"/>
          </a:xfrm>
          <a:custGeom>
            <a:rect b="b" l="l" r="r" t="t"/>
            <a:pathLst>
              <a:path extrusionOk="0" h="31823" w="27654">
                <a:moveTo>
                  <a:pt x="0" y="0"/>
                </a:moveTo>
                <a:lnTo>
                  <a:pt x="0" y="31823"/>
                </a:lnTo>
                <a:lnTo>
                  <a:pt x="27653" y="158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1" name="Google Shape;1991;p1"/>
          <p:cNvSpPr/>
          <p:nvPr/>
        </p:nvSpPr>
        <p:spPr>
          <a:xfrm>
            <a:off x="7822482" y="3491070"/>
            <a:ext cx="178448" cy="206507"/>
          </a:xfrm>
          <a:custGeom>
            <a:rect b="b" l="l" r="r" t="t"/>
            <a:pathLst>
              <a:path extrusionOk="0" h="14878" w="12910">
                <a:moveTo>
                  <a:pt x="1" y="0"/>
                </a:moveTo>
                <a:lnTo>
                  <a:pt x="1" y="14877"/>
                </a:lnTo>
                <a:lnTo>
                  <a:pt x="12910" y="750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2" name="Google Shape;1992;p1"/>
          <p:cNvSpPr/>
          <p:nvPr/>
        </p:nvSpPr>
        <p:spPr>
          <a:xfrm>
            <a:off x="7259448" y="4698532"/>
            <a:ext cx="380409" cy="441717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9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9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9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6" name="Shape 1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7" name="Google Shape;1997;p2"/>
          <p:cNvSpPr txBox="1"/>
          <p:nvPr>
            <p:ph type="ctrTitle"/>
          </p:nvPr>
        </p:nvSpPr>
        <p:spPr>
          <a:xfrm flipH="1">
            <a:off x="732725" y="670325"/>
            <a:ext cx="4463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5000"/>
              <a:t>Problemática</a:t>
            </a:r>
            <a:endParaRPr sz="5000"/>
          </a:p>
        </p:txBody>
      </p:sp>
      <p:sp>
        <p:nvSpPr>
          <p:cNvPr id="1998" name="Google Shape;1998;p2"/>
          <p:cNvSpPr txBox="1"/>
          <p:nvPr>
            <p:ph idx="1" type="subTitle"/>
          </p:nvPr>
        </p:nvSpPr>
        <p:spPr>
          <a:xfrm>
            <a:off x="487200" y="1216175"/>
            <a:ext cx="7916100" cy="35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00"/>
              <a:buNone/>
            </a:pPr>
            <a:r>
              <a:rPr lang="en" sz="950">
                <a:solidFill>
                  <a:srgbClr val="000000"/>
                </a:solidFill>
              </a:rPr>
              <a:t>Actualmente, la gestión de información en los cuarteles de bomberos presenta diversas dificultades debido al uso de herramientas poco integradas.</a:t>
            </a:r>
            <a:endParaRPr sz="95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00"/>
              <a:buNone/>
            </a:pPr>
            <a:r>
              <a:rPr lang="en" sz="950">
                <a:solidFill>
                  <a:srgbClr val="000000"/>
                </a:solidFill>
              </a:rPr>
              <a:t>Entre los principales problemas se encuentran:</a:t>
            </a:r>
            <a:br>
              <a:rPr lang="en" sz="950">
                <a:solidFill>
                  <a:srgbClr val="000000"/>
                </a:solidFill>
              </a:rPr>
            </a:br>
            <a:endParaRPr sz="950">
              <a:solidFill>
                <a:srgbClr val="000000"/>
              </a:solidFill>
            </a:endParaRPr>
          </a:p>
          <a:p>
            <a:pPr indent="-28892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Char char="●"/>
            </a:pPr>
            <a:r>
              <a:rPr lang="en" sz="950">
                <a:solidFill>
                  <a:srgbClr val="000000"/>
                </a:solidFill>
              </a:rPr>
              <a:t>Los </a:t>
            </a:r>
            <a:r>
              <a:rPr b="1" lang="en" sz="950">
                <a:solidFill>
                  <a:srgbClr val="000000"/>
                </a:solidFill>
              </a:rPr>
              <a:t>checklist de los carros de bomberos</a:t>
            </a:r>
            <a:r>
              <a:rPr lang="en" sz="950">
                <a:solidFill>
                  <a:srgbClr val="000000"/>
                </a:solidFill>
              </a:rPr>
              <a:t> se realizan mediante formularios de Google, generando información dispersa.</a:t>
            </a:r>
            <a:br>
              <a:rPr lang="en" sz="950">
                <a:solidFill>
                  <a:srgbClr val="000000"/>
                </a:solidFill>
              </a:rPr>
            </a:br>
            <a:endParaRPr sz="950">
              <a:solidFill>
                <a:srgbClr val="000000"/>
              </a:solidFill>
            </a:endParaRPr>
          </a:p>
          <a:p>
            <a:pPr indent="-2889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Char char="●"/>
            </a:pPr>
            <a:r>
              <a:rPr lang="en" sz="950">
                <a:solidFill>
                  <a:srgbClr val="000000"/>
                </a:solidFill>
              </a:rPr>
              <a:t>No existe un </a:t>
            </a:r>
            <a:r>
              <a:rPr b="1" lang="en" sz="950">
                <a:solidFill>
                  <a:srgbClr val="000000"/>
                </a:solidFill>
              </a:rPr>
              <a:t>sistema centralizado</a:t>
            </a:r>
            <a:r>
              <a:rPr lang="en" sz="950">
                <a:solidFill>
                  <a:srgbClr val="000000"/>
                </a:solidFill>
              </a:rPr>
              <a:t> para registrar los </a:t>
            </a:r>
            <a:r>
              <a:rPr b="1" lang="en" sz="950">
                <a:solidFill>
                  <a:srgbClr val="000000"/>
                </a:solidFill>
              </a:rPr>
              <a:t>partes de emergencia</a:t>
            </a:r>
            <a:r>
              <a:rPr lang="en" sz="950">
                <a:solidFill>
                  <a:srgbClr val="000000"/>
                </a:solidFill>
              </a:rPr>
              <a:t>..</a:t>
            </a:r>
            <a:br>
              <a:rPr lang="en" sz="950">
                <a:solidFill>
                  <a:srgbClr val="000000"/>
                </a:solidFill>
              </a:rPr>
            </a:br>
            <a:endParaRPr sz="950">
              <a:solidFill>
                <a:srgbClr val="000000"/>
              </a:solidFill>
            </a:endParaRPr>
          </a:p>
          <a:p>
            <a:pPr indent="-2889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Char char="●"/>
            </a:pPr>
            <a:r>
              <a:rPr lang="en" sz="950">
                <a:solidFill>
                  <a:srgbClr val="000000"/>
                </a:solidFill>
              </a:rPr>
              <a:t>La elaboración de reportes para </a:t>
            </a:r>
            <a:r>
              <a:rPr b="1" lang="en" sz="950">
                <a:solidFill>
                  <a:srgbClr val="000000"/>
                </a:solidFill>
              </a:rPr>
              <a:t>comandancia</a:t>
            </a:r>
            <a:r>
              <a:rPr lang="en" sz="950">
                <a:solidFill>
                  <a:srgbClr val="000000"/>
                </a:solidFill>
              </a:rPr>
              <a:t> requiere trabajo manual.</a:t>
            </a:r>
            <a:br>
              <a:rPr lang="en" sz="950">
                <a:solidFill>
                  <a:srgbClr val="000000"/>
                </a:solidFill>
              </a:rPr>
            </a:br>
            <a:endParaRPr sz="950">
              <a:solidFill>
                <a:srgbClr val="000000"/>
              </a:solidFill>
            </a:endParaRPr>
          </a:p>
          <a:p>
            <a:pPr indent="-28892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Char char="●"/>
            </a:pPr>
            <a:r>
              <a:rPr lang="en" sz="950">
                <a:solidFill>
                  <a:srgbClr val="000000"/>
                </a:solidFill>
              </a:rPr>
              <a:t>No es posible obtener fácilmente </a:t>
            </a:r>
            <a:r>
              <a:rPr b="1" lang="en" sz="950">
                <a:solidFill>
                  <a:srgbClr val="000000"/>
                </a:solidFill>
              </a:rPr>
              <a:t>estadísticas sobre emergencias, tiempos de respuesta o uso de materiales</a:t>
            </a:r>
            <a:r>
              <a:rPr lang="en" sz="950">
                <a:solidFill>
                  <a:srgbClr val="000000"/>
                </a:solidFill>
              </a:rPr>
              <a:t>.</a:t>
            </a:r>
            <a:br>
              <a:rPr lang="en" sz="950">
                <a:solidFill>
                  <a:srgbClr val="000000"/>
                </a:solidFill>
              </a:rPr>
            </a:br>
            <a:endParaRPr sz="95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000"/>
              <a:buNone/>
            </a:pPr>
            <a:r>
              <a:rPr lang="en" sz="950">
                <a:solidFill>
                  <a:srgbClr val="000000"/>
                </a:solidFill>
              </a:rPr>
              <a:t>Estas limitaciones generan pérdida de tiempo, duplicidad de información y dificultad para tomar decisiones basadas en datos.</a:t>
            </a:r>
            <a:endParaRPr sz="9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2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g396923e315e_1_0"/>
          <p:cNvSpPr txBox="1"/>
          <p:nvPr>
            <p:ph type="ctrTitle"/>
          </p:nvPr>
        </p:nvSpPr>
        <p:spPr>
          <a:xfrm flipH="1">
            <a:off x="2127700" y="663700"/>
            <a:ext cx="52584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5000"/>
              <a:t>Propuesta / Solución</a:t>
            </a:r>
            <a:endParaRPr sz="5000"/>
          </a:p>
        </p:txBody>
      </p:sp>
      <p:sp>
        <p:nvSpPr>
          <p:cNvPr id="2004" name="Google Shape;2004;g396923e315e_1_0"/>
          <p:cNvSpPr txBox="1"/>
          <p:nvPr>
            <p:ph idx="1" type="subTitle"/>
          </p:nvPr>
        </p:nvSpPr>
        <p:spPr>
          <a:xfrm>
            <a:off x="454925" y="1361275"/>
            <a:ext cx="4739100" cy="325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" sz="1200"/>
              <a:t>El proyecto SIDEP propone el desarrollo de una aplicación web orientada a centralizar la gestión de la información operativa en una compañía de bomberos, integrando en una sola plataforma el registro de partes de emergencia y la ejecución de checklists digitales. Esta solución permite reemplazar el uso de herramientas dispersas como hojas de cálculo y formularios independientes, optimizando los tiempos de registro y mejorando la disponibilidad de la información. Como resultado, se obtiene un sistema que facilita la generación de reportes, mejora el control de los recursos y apoya la toma de decisiones mediante datos confiables y accesibles en tiempo real.</a:t>
            </a:r>
            <a:endParaRPr sz="1200"/>
          </a:p>
        </p:txBody>
      </p:sp>
      <p:pic>
        <p:nvPicPr>
          <p:cNvPr id="2005" name="Google Shape;2005;g396923e315e_1_0" title="IMG-20260325-WA0006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29425" y="1874175"/>
            <a:ext cx="3947352" cy="221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9" name="Shape 2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Google Shape;2010;p7"/>
          <p:cNvSpPr txBox="1"/>
          <p:nvPr>
            <p:ph type="title"/>
          </p:nvPr>
        </p:nvSpPr>
        <p:spPr>
          <a:xfrm>
            <a:off x="3971374" y="636876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Objetivos</a:t>
            </a:r>
            <a:endParaRPr/>
          </a:p>
        </p:txBody>
      </p:sp>
      <p:sp>
        <p:nvSpPr>
          <p:cNvPr id="2011" name="Google Shape;2011;p7"/>
          <p:cNvSpPr txBox="1"/>
          <p:nvPr>
            <p:ph idx="1" type="subTitle"/>
          </p:nvPr>
        </p:nvSpPr>
        <p:spPr>
          <a:xfrm>
            <a:off x="924275" y="1589375"/>
            <a:ext cx="7461900" cy="3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>
                <a:solidFill>
                  <a:srgbClr val="000000"/>
                </a:solidFill>
              </a:rPr>
              <a:t>Desarrollar una aplicación web para la gestión de partes de emergencia y reportes operativos en una compañía de bomberos, que permita centralizar la información y mejorar la administración y análisis de los datos generados durante las emergencias.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rPr b="1" lang="en">
                <a:solidFill>
                  <a:srgbClr val="000000"/>
                </a:solidFill>
              </a:rPr>
              <a:t>Objetivos específicos:</a:t>
            </a:r>
            <a:endParaRPr b="1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Centralizar el registro de partes de emergencia y los checklist en una plataforma digital, reduciendo el uso de herramientas dispersas como formularios y hojas de cálculo con ello reduciendo los errores de uso en un 50% en el primer mes.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Reducir el tiempo de registro de información de emergencias en un 30%, mediante formularios y automatización de reportes en el primer mes.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Aumentar la disponibilidad de información operativa en un 40%, permitiendo generar reportes y estadísticas sobre emergencias y uso de recursos en el primer semestre.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cxnSp>
        <p:nvCxnSpPr>
          <p:cNvPr id="2012" name="Google Shape;2012;p7"/>
          <p:cNvCxnSpPr/>
          <p:nvPr/>
        </p:nvCxnSpPr>
        <p:spPr>
          <a:xfrm>
            <a:off x="5163625" y="1209563"/>
            <a:ext cx="40203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" name="Google Shape;2017;p4"/>
          <p:cNvSpPr txBox="1"/>
          <p:nvPr>
            <p:ph idx="3" type="ctrTitle"/>
          </p:nvPr>
        </p:nvSpPr>
        <p:spPr>
          <a:xfrm>
            <a:off x="3426350" y="438625"/>
            <a:ext cx="5103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4500">
                <a:solidFill>
                  <a:schemeClr val="dk1"/>
                </a:solidFill>
              </a:rPr>
              <a:t>Alcance y limitaciones</a:t>
            </a:r>
            <a:endParaRPr sz="4500">
              <a:solidFill>
                <a:schemeClr val="dk1"/>
              </a:solidFill>
            </a:endParaRPr>
          </a:p>
        </p:txBody>
      </p:sp>
      <p:sp>
        <p:nvSpPr>
          <p:cNvPr id="2018" name="Google Shape;2018;p4"/>
          <p:cNvSpPr txBox="1"/>
          <p:nvPr>
            <p:ph idx="1" type="subTitle"/>
          </p:nvPr>
        </p:nvSpPr>
        <p:spPr>
          <a:xfrm>
            <a:off x="924275" y="1589375"/>
            <a:ext cx="7461900" cy="3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rPr lang="en" sz="1200">
                <a:solidFill>
                  <a:srgbClr val="000000"/>
                </a:solidFill>
              </a:rPr>
              <a:t>El sistema será una aplicación web accesible desde distintos dispositivos, que permitirá: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Gestionar usuarios según roles.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Registrar y administrar partes de emergencia.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Completar checklist operativos por carro.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Monitorear caducidad de equipos críticos (como ERA y bolso de trauma).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Generar reportes (PDF y Excel).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Visualizar historial de emergencias y estadísticas básicas.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Requiere conexión a internet para funcionar.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Uso interno, sin integración con sistemas nacionales (JNB).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Registro manual de tiempos de despacho (sin conexión con Central de Alarmas).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Estadísticas básicas, sin análisis avanzado de datos.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400"/>
              <a:buNone/>
            </a:pPr>
            <a:r>
              <a:t/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2" name="Shape 2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3" name="Google Shape;2023;g3963a7d7d69_0_9"/>
          <p:cNvSpPr txBox="1"/>
          <p:nvPr>
            <p:ph type="title"/>
          </p:nvPr>
        </p:nvSpPr>
        <p:spPr>
          <a:xfrm>
            <a:off x="4521274" y="636876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Metodologia</a:t>
            </a:r>
            <a:endParaRPr/>
          </a:p>
        </p:txBody>
      </p:sp>
      <p:sp>
        <p:nvSpPr>
          <p:cNvPr id="2024" name="Google Shape;2024;g3963a7d7d69_0_9"/>
          <p:cNvSpPr txBox="1"/>
          <p:nvPr>
            <p:ph idx="1" type="subTitle"/>
          </p:nvPr>
        </p:nvSpPr>
        <p:spPr>
          <a:xfrm>
            <a:off x="904950" y="1373750"/>
            <a:ext cx="7461900" cy="3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rPr lang="en" sz="1000">
                <a:solidFill>
                  <a:srgbClr val="000000"/>
                </a:solidFill>
              </a:rPr>
              <a:t>Para el desarrollo del proyecto se utilizará una </a:t>
            </a:r>
            <a:r>
              <a:rPr b="1" lang="en" sz="1000">
                <a:solidFill>
                  <a:srgbClr val="000000"/>
                </a:solidFill>
              </a:rPr>
              <a:t>metodología tradicional (modelo en cascada)</a:t>
            </a:r>
            <a:r>
              <a:rPr lang="en" sz="1000">
                <a:solidFill>
                  <a:srgbClr val="000000"/>
                </a:solidFill>
              </a:rPr>
              <a:t>, la cual divide el proyecto en distintas etapas secuenciales.</a:t>
            </a:r>
            <a:endParaRPr sz="1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rPr lang="en" sz="1000">
                <a:solidFill>
                  <a:srgbClr val="000000"/>
                </a:solidFill>
              </a:rPr>
              <a:t>Las etapas consideradas son:</a:t>
            </a:r>
            <a:endParaRPr sz="1000">
              <a:solidFill>
                <a:srgbClr val="000000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AutoNum type="arabicPeriod"/>
            </a:pPr>
            <a:r>
              <a:rPr b="1" lang="en" sz="1000">
                <a:solidFill>
                  <a:srgbClr val="000000"/>
                </a:solidFill>
              </a:rPr>
              <a:t>Análisis de requerimientos</a:t>
            </a:r>
            <a:br>
              <a:rPr b="1" lang="en" sz="1000">
                <a:solidFill>
                  <a:srgbClr val="000000"/>
                </a:solidFill>
              </a:rPr>
            </a:br>
            <a:r>
              <a:rPr lang="en" sz="1000">
                <a:solidFill>
                  <a:srgbClr val="000000"/>
                </a:solidFill>
              </a:rPr>
              <a:t> Identificación de las necesidades del sistema, funcionalidades y actores involucrados.</a:t>
            </a:r>
            <a:br>
              <a:rPr lang="en" sz="1000">
                <a:solidFill>
                  <a:srgbClr val="000000"/>
                </a:solidFill>
              </a:rPr>
            </a:br>
            <a:endParaRPr sz="1000">
              <a:solidFill>
                <a:srgbClr val="000000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AutoNum type="arabicPeriod"/>
            </a:pPr>
            <a:r>
              <a:rPr b="1" lang="en" sz="1000">
                <a:solidFill>
                  <a:srgbClr val="000000"/>
                </a:solidFill>
              </a:rPr>
              <a:t>Diseño del sistema</a:t>
            </a:r>
            <a:br>
              <a:rPr b="1" lang="en" sz="1000">
                <a:solidFill>
                  <a:srgbClr val="000000"/>
                </a:solidFill>
              </a:rPr>
            </a:br>
            <a:r>
              <a:rPr lang="en" sz="1000">
                <a:solidFill>
                  <a:srgbClr val="000000"/>
                </a:solidFill>
              </a:rPr>
              <a:t> Diseño de la arquitectura, base de datos, módulos del sistema y diagramas.</a:t>
            </a:r>
            <a:br>
              <a:rPr lang="en" sz="1000">
                <a:solidFill>
                  <a:srgbClr val="000000"/>
                </a:solidFill>
              </a:rPr>
            </a:br>
            <a:endParaRPr sz="1000">
              <a:solidFill>
                <a:srgbClr val="000000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AutoNum type="arabicPeriod"/>
            </a:pPr>
            <a:r>
              <a:rPr b="1" lang="en" sz="1000">
                <a:solidFill>
                  <a:srgbClr val="000000"/>
                </a:solidFill>
              </a:rPr>
              <a:t>Desarrollo</a:t>
            </a:r>
            <a:br>
              <a:rPr b="1" lang="en" sz="1000">
                <a:solidFill>
                  <a:srgbClr val="000000"/>
                </a:solidFill>
              </a:rPr>
            </a:br>
            <a:r>
              <a:rPr lang="en" sz="1000">
                <a:solidFill>
                  <a:srgbClr val="000000"/>
                </a:solidFill>
              </a:rPr>
              <a:t> Implementación de la aplicación web, desarrollo de módulos y funcionalidades.</a:t>
            </a:r>
            <a:br>
              <a:rPr lang="en" sz="1000">
                <a:solidFill>
                  <a:srgbClr val="000000"/>
                </a:solidFill>
              </a:rPr>
            </a:br>
            <a:endParaRPr sz="1000">
              <a:solidFill>
                <a:srgbClr val="000000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AutoNum type="arabicPeriod"/>
            </a:pPr>
            <a:r>
              <a:rPr b="1" lang="en" sz="1000">
                <a:solidFill>
                  <a:srgbClr val="000000"/>
                </a:solidFill>
              </a:rPr>
              <a:t>Pruebas</a:t>
            </a:r>
            <a:br>
              <a:rPr b="1" lang="en" sz="1000">
                <a:solidFill>
                  <a:srgbClr val="000000"/>
                </a:solidFill>
              </a:rPr>
            </a:br>
            <a:r>
              <a:rPr lang="en" sz="1000">
                <a:solidFill>
                  <a:srgbClr val="000000"/>
                </a:solidFill>
              </a:rPr>
              <a:t> Verificación del funcionamiento del sistema y detección de errores.</a:t>
            </a:r>
            <a:br>
              <a:rPr lang="en" sz="1000">
                <a:solidFill>
                  <a:srgbClr val="000000"/>
                </a:solidFill>
              </a:rPr>
            </a:br>
            <a:endParaRPr sz="1000">
              <a:solidFill>
                <a:srgbClr val="000000"/>
              </a:solidFill>
            </a:endParaRPr>
          </a:p>
          <a:p>
            <a:pPr indent="-2921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AutoNum type="arabicPeriod"/>
            </a:pPr>
            <a:r>
              <a:rPr b="1" lang="en" sz="1000">
                <a:solidFill>
                  <a:srgbClr val="000000"/>
                </a:solidFill>
              </a:rPr>
              <a:t>Implementación</a:t>
            </a:r>
            <a:br>
              <a:rPr b="1" lang="en" sz="1000">
                <a:solidFill>
                  <a:srgbClr val="000000"/>
                </a:solidFill>
              </a:rPr>
            </a:br>
            <a:r>
              <a:rPr lang="en" sz="1000">
                <a:solidFill>
                  <a:srgbClr val="000000"/>
                </a:solidFill>
              </a:rPr>
              <a:t> Puesta en funcionamiento del sistema en el entorno del cuartel.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cxnSp>
        <p:nvCxnSpPr>
          <p:cNvPr id="2025" name="Google Shape;2025;g3963a7d7d69_0_9"/>
          <p:cNvCxnSpPr/>
          <p:nvPr/>
        </p:nvCxnSpPr>
        <p:spPr>
          <a:xfrm>
            <a:off x="5163625" y="1209563"/>
            <a:ext cx="40203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9" name="Shape 2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0" name="Google Shape;2030;p5"/>
          <p:cNvSpPr txBox="1"/>
          <p:nvPr/>
        </p:nvSpPr>
        <p:spPr>
          <a:xfrm>
            <a:off x="87863" y="331900"/>
            <a:ext cx="35061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0" i="0" lang="en" sz="6000" u="none" cap="none" strike="noStrike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Cronograma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31" name="Google Shape;2031;p5"/>
          <p:cNvCxnSpPr/>
          <p:nvPr/>
        </p:nvCxnSpPr>
        <p:spPr>
          <a:xfrm>
            <a:off x="117275" y="0"/>
            <a:ext cx="7800" cy="132270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32" name="Google Shape;2032;p5" title="Screenshot 2026-04-07 11304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6188" y="152400"/>
            <a:ext cx="4838699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6" name="Shape 2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7" name="Google Shape;2037;g3eda0ab211e_1_0" title="Diseño de la arquitectu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1" name="Shape 2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2" name="Google Shape;2042;g3ec6f50d454_0_59"/>
          <p:cNvSpPr txBox="1"/>
          <p:nvPr>
            <p:ph type="ctrTitle"/>
          </p:nvPr>
        </p:nvSpPr>
        <p:spPr>
          <a:xfrm>
            <a:off x="4835026" y="51380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4500"/>
              <a:t>Modelo de datos</a:t>
            </a:r>
            <a:endParaRPr sz="4500"/>
          </a:p>
        </p:txBody>
      </p:sp>
      <p:pic>
        <p:nvPicPr>
          <p:cNvPr id="2043" name="Google Shape;2043;g3ec6f50d454_0_59" title="asdasdas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7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g3edc4f0d3c3_0_6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49" name="Google Shape;2049;g3edc4f0d3c3_0_6" title="dasdasdasdasdas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3" name="Shape 2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Google Shape;2054;g3edc4f0d3c3_0_10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55" name="Google Shape;2055;g3edc4f0d3c3_0_10" title="werwqerqw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75" y="0"/>
            <a:ext cx="9103426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9" name="Shape 2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Google Shape;2060;g3ec6f50d454_0_34"/>
          <p:cNvSpPr txBox="1"/>
          <p:nvPr>
            <p:ph type="ctrTitle"/>
          </p:nvPr>
        </p:nvSpPr>
        <p:spPr>
          <a:xfrm flipH="1">
            <a:off x="562125" y="681350"/>
            <a:ext cx="41550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5300"/>
              <a:t>Módulo analítico</a:t>
            </a:r>
            <a:endParaRPr sz="5300"/>
          </a:p>
        </p:txBody>
      </p:sp>
      <p:sp>
        <p:nvSpPr>
          <p:cNvPr id="2061" name="Google Shape;2061;g3ec6f50d454_0_34"/>
          <p:cNvSpPr txBox="1"/>
          <p:nvPr>
            <p:ph idx="1" type="subTitle"/>
          </p:nvPr>
        </p:nvSpPr>
        <p:spPr>
          <a:xfrm>
            <a:off x="1322325" y="1406625"/>
            <a:ext cx="425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1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2062" name="Google Shape;2062;g3ec6f50d454_0_34"/>
          <p:cNvSpPr txBox="1"/>
          <p:nvPr>
            <p:ph idx="2" type="subTitle"/>
          </p:nvPr>
        </p:nvSpPr>
        <p:spPr>
          <a:xfrm>
            <a:off x="142275" y="2131900"/>
            <a:ext cx="2785200" cy="22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3" name="Google Shape;2063;g3ec6f50d454_0_34"/>
          <p:cNvSpPr txBox="1"/>
          <p:nvPr>
            <p:ph idx="2" type="subTitle"/>
          </p:nvPr>
        </p:nvSpPr>
        <p:spPr>
          <a:xfrm>
            <a:off x="3179400" y="2131775"/>
            <a:ext cx="2785200" cy="22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4" name="Google Shape;2064;g3ec6f50d454_0_34"/>
          <p:cNvSpPr txBox="1"/>
          <p:nvPr>
            <p:ph idx="2" type="subTitle"/>
          </p:nvPr>
        </p:nvSpPr>
        <p:spPr>
          <a:xfrm>
            <a:off x="6216525" y="2131900"/>
            <a:ext cx="2785200" cy="224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5" name="Google Shape;2065;g3ec6f50d454_0_34"/>
          <p:cNvSpPr txBox="1"/>
          <p:nvPr>
            <p:ph idx="1" type="subTitle"/>
          </p:nvPr>
        </p:nvSpPr>
        <p:spPr>
          <a:xfrm>
            <a:off x="4359450" y="1406625"/>
            <a:ext cx="425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2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2066" name="Google Shape;2066;g3ec6f50d454_0_34"/>
          <p:cNvSpPr txBox="1"/>
          <p:nvPr>
            <p:ph idx="1" type="subTitle"/>
          </p:nvPr>
        </p:nvSpPr>
        <p:spPr>
          <a:xfrm>
            <a:off x="7396575" y="1406625"/>
            <a:ext cx="425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3</a:t>
            </a:r>
            <a:endParaRPr sz="3500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0" name="Shape 2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1" name="Google Shape;2071;p14"/>
          <p:cNvSpPr txBox="1"/>
          <p:nvPr/>
        </p:nvSpPr>
        <p:spPr>
          <a:xfrm>
            <a:off x="2923200" y="1110175"/>
            <a:ext cx="622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00"/>
              <a:buFont typeface="Arial"/>
              <a:buNone/>
            </a:pPr>
            <a:r>
              <a:rPr b="0" i="0" lang="en" sz="5700" u="none" cap="none" strike="noStrike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Tecnologías y Software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2" name="Google Shape;2072;p14" title="Node.js_logo.svg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100" y="2667575"/>
            <a:ext cx="2195750" cy="1344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3" name="Google Shape;207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23200" y="2371350"/>
            <a:ext cx="1580749" cy="1580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4" name="Google Shape;207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17350" y="4184425"/>
            <a:ext cx="1357699" cy="763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5" name="Google Shape;2075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24050" y="2609988"/>
            <a:ext cx="2403975" cy="1103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6" name="Google Shape;2076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089875" y="4104314"/>
            <a:ext cx="2195750" cy="9239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0" name="Shape 2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Google Shape;2081;g3ec6f50d454_0_6"/>
          <p:cNvSpPr txBox="1"/>
          <p:nvPr>
            <p:ph type="title"/>
          </p:nvPr>
        </p:nvSpPr>
        <p:spPr>
          <a:xfrm>
            <a:off x="3901700" y="636875"/>
            <a:ext cx="5242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Resultados Obtenidos</a:t>
            </a:r>
            <a:endParaRPr/>
          </a:p>
        </p:txBody>
      </p:sp>
      <p:sp>
        <p:nvSpPr>
          <p:cNvPr id="2082" name="Google Shape;2082;g3ec6f50d454_0_6"/>
          <p:cNvSpPr txBox="1"/>
          <p:nvPr>
            <p:ph idx="1" type="subTitle"/>
          </p:nvPr>
        </p:nvSpPr>
        <p:spPr>
          <a:xfrm>
            <a:off x="242475" y="1578625"/>
            <a:ext cx="8854200" cy="33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Desarrollo exitoso del sistema SIDEP para la gestión de información en Bomberos.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Implementación de módulos clave: auditoría, partes, administración, recursos humanos y analítica.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Mejora en la organización y trazabilidad de la información operativa.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Optimización en el acceso a datos relevantes para la toma de decisiones.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Sistema funcional desplegado y operativo según lo planificado.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Cumplimiento de los objetivos del proyecto en tiempo y alcance.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cxnSp>
        <p:nvCxnSpPr>
          <p:cNvPr id="2083" name="Google Shape;2083;g3ec6f50d454_0_6"/>
          <p:cNvCxnSpPr/>
          <p:nvPr/>
        </p:nvCxnSpPr>
        <p:spPr>
          <a:xfrm flipH="1" rot="10800000">
            <a:off x="4342575" y="1209700"/>
            <a:ext cx="4841400" cy="2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7" name="Shape 2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" name="Google Shape;2088;g3ec6f50d454_0_12"/>
          <p:cNvSpPr txBox="1"/>
          <p:nvPr>
            <p:ph type="title"/>
          </p:nvPr>
        </p:nvSpPr>
        <p:spPr>
          <a:xfrm>
            <a:off x="3446100" y="646900"/>
            <a:ext cx="5697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Obstáculos presentados</a:t>
            </a:r>
            <a:endParaRPr/>
          </a:p>
        </p:txBody>
      </p:sp>
      <p:sp>
        <p:nvSpPr>
          <p:cNvPr id="2089" name="Google Shape;2089;g3ec6f50d454_0_12"/>
          <p:cNvSpPr txBox="1"/>
          <p:nvPr>
            <p:ph idx="1" type="subTitle"/>
          </p:nvPr>
        </p:nvSpPr>
        <p:spPr>
          <a:xfrm>
            <a:off x="363150" y="1689800"/>
            <a:ext cx="8322900" cy="32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Dificultades en la integración de algunos módulos del sistema.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Ajustes necesarios en el frontend para mejorar la experiencia de usuario.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Coordinación del desarrollo de múltiples funcionalidades en paralelo.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Problemas menores detectados durante pruebas, corregidos en etapas tempranas.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Limitaciones de tiempo que obligaron a priorizar funcionalidades principales.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000">
              <a:solidFill>
                <a:srgbClr val="000000"/>
              </a:solidFill>
            </a:endParaRPr>
          </a:p>
        </p:txBody>
      </p:sp>
      <p:cxnSp>
        <p:nvCxnSpPr>
          <p:cNvPr id="2090" name="Google Shape;2090;g3ec6f50d454_0_12"/>
          <p:cNvCxnSpPr/>
          <p:nvPr/>
        </p:nvCxnSpPr>
        <p:spPr>
          <a:xfrm flipH="1" rot="10800000">
            <a:off x="3769450" y="1197700"/>
            <a:ext cx="5371200" cy="21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4" name="Shape 2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5" name="Google Shape;2095;g3ec6f50d454_0_23"/>
          <p:cNvSpPr txBox="1"/>
          <p:nvPr>
            <p:ph type="title"/>
          </p:nvPr>
        </p:nvSpPr>
        <p:spPr>
          <a:xfrm>
            <a:off x="1356150" y="1582875"/>
            <a:ext cx="6431700" cy="22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b="1" lang="en" sz="8500">
                <a:latin typeface="Barlow Condensed"/>
                <a:ea typeface="Barlow Condensed"/>
                <a:cs typeface="Barlow Condensed"/>
                <a:sym typeface="Barlow Condensed"/>
              </a:rPr>
              <a:t>Resultados del proyecto</a:t>
            </a:r>
            <a:endParaRPr b="1" sz="85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9" name="Shape 2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0" name="Google Shape;2100;g3ec6f50d454_0_29"/>
          <p:cNvSpPr txBox="1"/>
          <p:nvPr>
            <p:ph type="title"/>
          </p:nvPr>
        </p:nvSpPr>
        <p:spPr>
          <a:xfrm>
            <a:off x="1310250" y="569500"/>
            <a:ext cx="2715300" cy="65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5000"/>
              <a:t>Conclusión</a:t>
            </a:r>
            <a:endParaRPr sz="5000"/>
          </a:p>
        </p:txBody>
      </p:sp>
      <p:sp>
        <p:nvSpPr>
          <p:cNvPr id="2101" name="Google Shape;2101;g3ec6f50d454_0_29"/>
          <p:cNvSpPr txBox="1"/>
          <p:nvPr>
            <p:ph idx="1" type="subTitle"/>
          </p:nvPr>
        </p:nvSpPr>
        <p:spPr>
          <a:xfrm>
            <a:off x="371100" y="1367400"/>
            <a:ext cx="4593600" cy="24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rPr lang="en" sz="1200"/>
              <a:t>El proyecto SIDEP fue desarrollado de manera exitosa, cumpliendo con los objetivos planteados y entregando una solución funcional para la gestión de información en Bomberos.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rPr lang="en" sz="1200"/>
              <a:t>A pesar de algunos obstáculos durante el desarrollo, estos fueron resueltos oportunamente sin afectar el resultado final. El sistema permite mejorar significativamente la organización, control y acceso a la información, aportando valor real a la institución.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5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Google Shape;2106;p8"/>
          <p:cNvSpPr txBox="1"/>
          <p:nvPr>
            <p:ph type="title"/>
          </p:nvPr>
        </p:nvSpPr>
        <p:spPr>
          <a:xfrm>
            <a:off x="338000" y="1565400"/>
            <a:ext cx="39882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5600"/>
              <a:t>Gracias por su atencion</a:t>
            </a:r>
            <a:endParaRPr sz="5600">
              <a:solidFill>
                <a:schemeClr val="accent2"/>
              </a:solidFill>
            </a:endParaRPr>
          </a:p>
        </p:txBody>
      </p:sp>
      <p:sp>
        <p:nvSpPr>
          <p:cNvPr id="2107" name="Google Shape;2107;p8"/>
          <p:cNvSpPr txBox="1"/>
          <p:nvPr>
            <p:ph type="title"/>
          </p:nvPr>
        </p:nvSpPr>
        <p:spPr>
          <a:xfrm>
            <a:off x="4774225" y="1565400"/>
            <a:ext cx="39882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5600"/>
              <a:t>¿Preguntas?</a:t>
            </a:r>
            <a:endParaRPr sz="5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y Creative CV XL by Slidesgo">
  <a:themeElements>
    <a:clrScheme name="Simple Light">
      <a:dk1>
        <a:srgbClr val="434343"/>
      </a:dk1>
      <a:lt1>
        <a:srgbClr val="E9E6E1"/>
      </a:lt1>
      <a:dk2>
        <a:srgbClr val="0C2E3A"/>
      </a:dk2>
      <a:lt2>
        <a:srgbClr val="018790"/>
      </a:lt2>
      <a:accent1>
        <a:srgbClr val="FFD497"/>
      </a:accent1>
      <a:accent2>
        <a:srgbClr val="1DCDC3"/>
      </a:accent2>
      <a:accent3>
        <a:srgbClr val="78001B"/>
      </a:accent3>
      <a:accent4>
        <a:srgbClr val="F5340B"/>
      </a:accent4>
      <a:accent5>
        <a:srgbClr val="FF823B"/>
      </a:accent5>
      <a:accent6>
        <a:srgbClr val="FFA73B"/>
      </a:accent6>
      <a:hlink>
        <a:srgbClr val="1DCDC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