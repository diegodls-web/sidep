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Barlow Condensed SemiBold"/>
      <p:regular r:id="rId21"/>
      <p:bold r:id="rId22"/>
      <p:italic r:id="rId23"/>
      <p:boldItalic r:id="rId24"/>
    </p:embeddedFont>
    <p:embeddedFont>
      <p:font typeface="Barlow Condensed Medium"/>
      <p:regular r:id="rId25"/>
      <p:bold r:id="rId26"/>
      <p:italic r:id="rId27"/>
      <p:boldItalic r:id="rId28"/>
    </p:embeddedFont>
    <p:embeddedFont>
      <p:font typeface="Arvo"/>
      <p:regular r:id="rId29"/>
      <p:bold r:id="rId30"/>
      <p:italic r:id="rId31"/>
      <p:boldItalic r:id="rId32"/>
    </p:embeddedFont>
    <p:embeddedFont>
      <p:font typeface="Fira Sans Extra Condensed Medium"/>
      <p:regular r:id="rId33"/>
      <p:bold r:id="rId34"/>
      <p:italic r:id="rId35"/>
      <p:boldItalic r:id="rId36"/>
    </p:embeddedFont>
    <p:embeddedFont>
      <p:font typeface="Barlow Condensed"/>
      <p:regular r:id="rId37"/>
      <p:bold r:id="rId38"/>
      <p:italic r:id="rId39"/>
      <p:boldItalic r:id="rId40"/>
    </p:embeddedFont>
    <p:embeddedFont>
      <p:font typeface="Roboto Condensed"/>
      <p:regular r:id="rId41"/>
      <p:bold r:id="rId42"/>
      <p:italic r:id="rId43"/>
      <p:boldItalic r:id="rId44"/>
    </p:embeddedFont>
    <p:embeddedFont>
      <p:font typeface="Montserrat Ligh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gl7FawBpWSskPd7nAcYEHsHsN3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Condensed-boldItalic.fntdata"/><Relationship Id="rId42" Type="http://schemas.openxmlformats.org/officeDocument/2006/relationships/font" Target="fonts/RobotoCondensed-bold.fntdata"/><Relationship Id="rId41" Type="http://schemas.openxmlformats.org/officeDocument/2006/relationships/font" Target="fonts/RobotoCondensed-regular.fntdata"/><Relationship Id="rId44" Type="http://schemas.openxmlformats.org/officeDocument/2006/relationships/font" Target="fonts/RobotoCondensed-boldItalic.fntdata"/><Relationship Id="rId43" Type="http://schemas.openxmlformats.org/officeDocument/2006/relationships/font" Target="fonts/RobotoCondensed-italic.fntdata"/><Relationship Id="rId46" Type="http://schemas.openxmlformats.org/officeDocument/2006/relationships/font" Target="fonts/MontserratLight-bold.fntdata"/><Relationship Id="rId45" Type="http://schemas.openxmlformats.org/officeDocument/2006/relationships/font" Target="fonts/MontserratLight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MontserratLight-boldItalic.fntdata"/><Relationship Id="rId47" Type="http://schemas.openxmlformats.org/officeDocument/2006/relationships/font" Target="fonts/MontserratLight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vo-italic.fntdata"/><Relationship Id="rId30" Type="http://schemas.openxmlformats.org/officeDocument/2006/relationships/font" Target="fonts/Arvo-bold.fntdata"/><Relationship Id="rId33" Type="http://schemas.openxmlformats.org/officeDocument/2006/relationships/font" Target="fonts/FiraSansExtraCondensedMedium-regular.fntdata"/><Relationship Id="rId32" Type="http://schemas.openxmlformats.org/officeDocument/2006/relationships/font" Target="fonts/Arvo-boldItalic.fntdata"/><Relationship Id="rId35" Type="http://schemas.openxmlformats.org/officeDocument/2006/relationships/font" Target="fonts/FiraSansExtraCondensedMedium-italic.fntdata"/><Relationship Id="rId34" Type="http://schemas.openxmlformats.org/officeDocument/2006/relationships/font" Target="fonts/FiraSansExtraCondensedMedium-bold.fntdata"/><Relationship Id="rId37" Type="http://schemas.openxmlformats.org/officeDocument/2006/relationships/font" Target="fonts/BarlowCondensed-regular.fntdata"/><Relationship Id="rId36" Type="http://schemas.openxmlformats.org/officeDocument/2006/relationships/font" Target="fonts/FiraSansExtraCondensedMedium-boldItalic.fntdata"/><Relationship Id="rId39" Type="http://schemas.openxmlformats.org/officeDocument/2006/relationships/font" Target="fonts/BarlowCondensed-italic.fntdata"/><Relationship Id="rId38" Type="http://schemas.openxmlformats.org/officeDocument/2006/relationships/font" Target="fonts/BarlowCondensed-bold.fntdata"/><Relationship Id="rId20" Type="http://schemas.openxmlformats.org/officeDocument/2006/relationships/slide" Target="slides/slide15.xml"/><Relationship Id="rId22" Type="http://schemas.openxmlformats.org/officeDocument/2006/relationships/font" Target="fonts/BarlowCondensedSemiBold-bold.fntdata"/><Relationship Id="rId21" Type="http://schemas.openxmlformats.org/officeDocument/2006/relationships/font" Target="fonts/BarlowCondensedSemiBold-regular.fntdata"/><Relationship Id="rId24" Type="http://schemas.openxmlformats.org/officeDocument/2006/relationships/font" Target="fonts/BarlowCondensedSemiBold-boldItalic.fntdata"/><Relationship Id="rId23" Type="http://schemas.openxmlformats.org/officeDocument/2006/relationships/font" Target="fonts/BarlowCondensedSemiBold-italic.fntdata"/><Relationship Id="rId26" Type="http://schemas.openxmlformats.org/officeDocument/2006/relationships/font" Target="fonts/BarlowCondensedMedium-bold.fntdata"/><Relationship Id="rId25" Type="http://schemas.openxmlformats.org/officeDocument/2006/relationships/font" Target="fonts/BarlowCondensedMedium-regular.fntdata"/><Relationship Id="rId28" Type="http://schemas.openxmlformats.org/officeDocument/2006/relationships/font" Target="fonts/BarlowCondensedMedium-boldItalic.fntdata"/><Relationship Id="rId27" Type="http://schemas.openxmlformats.org/officeDocument/2006/relationships/font" Target="fonts/BarlowCondensedMedium-italic.fntdata"/><Relationship Id="rId29" Type="http://schemas.openxmlformats.org/officeDocument/2006/relationships/font" Target="fonts/Arv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9" name="Shape 3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Google Shape;390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1" name="Google Shape;39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1-2: Problemática]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Actualmente, en los cuarteles de bomberos, la gestión de la información se realiza mediante herramientas no integradas como Excel y formularios de Google.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entender el contexto, una parte de emergencia es el registro de todo lo que ocurre en una salida, incluyendo tipo de incidente, unidades, horarios y acciones realizadas.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Por otro lado, un checklist es una lista de verificación que asegura que los carros y equipos estén operativos antes de una emergencia.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problema es que esta información se encuentra dispersa.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Los checklist se realizan en formularios separados, no existe un sistema centralizado para los partes, y los reportes deben hacerse manualmente.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Desde el punto de vista informático, esto implica que no existe una base de datos estructurada ni un sistema que permita explotar la información.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Como consecuencia, se genera pérdida de tiempo, duplicidad de datos y dificultad para tomar decisiones basadas en información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g3ee67734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2" name="Google Shape;3942;g3ee67734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1-2: Problemática]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Actualmente, en los cuarteles de bomberos, la gestión de la información se realiza mediante herramientas no integradas como Excel y formularios de Google.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entender el contexto, una parte de emergencia es el registro de todo lo que ocurre en una salida, incluyendo tipo de incidente, unidades, horarios y acciones realizadas.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Por otro lado, un checklist es una lista de verificación que asegura que los carros y equipos estén operativos antes de una emergencia.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problema es que esta información se encuentra dispersa.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Los checklist se realizan en formularios separados, no existe un sistema centralizado para los partes, y los reportes deben hacerse manualmente.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Desde el punto de vista informático, esto implica que no existe una base de datos estructurada ni un sistema que permita explotar la información.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Como consecuencia, se genera pérdida de tiempo, duplicidad de datos y dificultad para tomar decisiones basadas en información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Google Shape;3948;g3ee677347c5_0_3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9" name="Google Shape;3949;g3ee677347c5_0_3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1-2: Problemática]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Actualmente, en los cuarteles de bomberos, la gestión de la información se realiza mediante herramientas no integradas como Excel y formularios de Google.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entender el contexto, una parte de emergencia es el registro de todo lo que ocurre en una salida, incluyendo tipo de incidente, unidades, horarios y acciones realizadas.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Por otro lado, un checklist es una lista de verificación que asegura que los carros y equipos estén operativos antes de una emergencia.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problema es que esta información se encuentra dispersa.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Los checklist se realizan en formularios separados, no existe un sistema centralizado para los partes, y los reportes deben hacerse manualmente.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Desde el punto de vista informático, esto implica que no existe una base de datos estructurada ni un sistema que permita explotar la información.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Como consecuencia, se genera pérdida de tiempo, duplicidad de datos y dificultad para tomar decisiones basadas en información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g396923e31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5" name="Google Shape;3955;g396923e31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3-4: Propuesta y Objetivos]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2 (Diego):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“Frente a esta problemática, proponemos SIDEP, una aplicación web que centraliza toda la gestión operativa del cuartel.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Nuestro objetivo es reemplazar herramientas dispersas por un sistema único, logrando reducir errores en un 50% y disminuir el tiempo de registro en un 30% mediante la automatización de procesos.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Además, buscamos aumentar la disponibilidad de la información en un 40% durante el primer semestre, permitiendo que la toma de decisiones se base en datos confiables y en tiempo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0" name="Shape 3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1" name="Google Shape;396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2" name="Google Shape;39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3-4: Propuesta y Objetivos]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2 (Diego):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“Frente a esta problemática, proponemos SIDEP, una aplicación web que centraliza toda la gestión operativa del cuartel.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Nuestro objetivo es reemplazar herramientas dispersas por un sistema único, logrando reducir errores en un 50% y disminuir el tiempo de registro en un 30% mediante la automatización de procesos.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Además, buscamos aumentar la disponibilidad de la información en un 40% durante el primer semestre, permitiendo que la toma de decisiones se base en datos confiables y en tiempo real.”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7" name="Shape 3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Google Shape;3968;g3f26ac5ff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9" name="Google Shape;3969;g3f26ac5f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5-7: Alcance y Metodología] (45 segundos)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3 (Ignacio):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 eligió la metodología en cascada debido a que los requerimientos del sistema estaban claramente definidos desde el inicio, al basarse en procesos operativos estandarizados de una compañía de bomberos.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Este enfoque permitió desarrollar el sistema de forma ordenada y estructurada, asegurando la correcta integración de sus módulos y reduciendo la incertidumbre durante el desarrollo.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sistema permite gestionar usuarios por roles, registrar partes de emergencia, completar checklist operativos y generar reportes exportables en PDF y Excel.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su desarrollo utilizamos una metodología en cascada, abordando desde el análisis de requerimientos hasta la implementación final.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3963a7d7d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7" name="Google Shape;3977;g3963a7d7d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5-7: Alcance y Metodología] (45 segundos)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3 (Ignacio):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 eligió la metodología en cascada debido a que los requerimientos del sistema estaban claramente definidos desde el inicio, al basarse en procesos operativos estandarizados de una compañía de bomberos.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Este enfoque permitió desarrollar el sistema de forma ordenada y estructurada, asegurando la correcta integración de sus módulos y reduciendo la incertidumbre durante el desarrollo.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sistema permite gestionar usuarios por roles, registrar partes de emergencia, completar checklist operativos y generar reportes exportables en PDF y Excel.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Para su desarrollo utilizamos una metodología en cascada, abordando desde el análisis de requerimientos hasta la implementación final.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g3eda0ab21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4" name="Google Shape;3984;g3eda0ab21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8 y 13: Arquitectura y Tecnologías]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“A nivel técnico, implementamos una arquitectura basada en tres capas.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 el frontend utilizamos Angular para una interfaz dinámica.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En el backend desarrollamos una API REST con Node.js y Express, encargada de la lógica de negocio y validaciones.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Y para la gestión de datos utilizamos Prisma como ORM conectado a PostgreSQL.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Esto nos permite tener un sistema escalable, seguro y mantenible.”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7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g3f0c066c5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9" name="Google Shape;3989;g3f0c066c5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8 y 13: Arquitectura y Tecnologías] (1 minuto)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“A nivel técnico, implementamos una arquitectura basada en tres capas.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 el frontend utilizamos Angular para una interfaz dinámica.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En el backend desarrollamos una API REST con Node.js y Express, encargada de la lógica de negocio y validaciones.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Y para la gestión de datos utilizamos Prisma como ORM conectado a PostgreSQL.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Esto nos permite tener un sistema escalable, seguro y mantenible.”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1" name="Shape 3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2" name="Google Shape;3992;g3f0c066c58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3" name="Google Shape;3993;g3f0c066c58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5" name="Shape 3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" name="Google Shape;3996;g3ec6f50d4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7" name="Google Shape;3997;g3ec6f50d4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2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g3ec6f50d45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4" name="Google Shape;4004;g3ec6f50d45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9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3ec6f50d45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1" name="Google Shape;4011;g3ec6f50d45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[Slide Final: Cierre] (30-40 segundos)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Integrante 1 (Luis):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“En conclusión, SIDEP no solo digitaliza procesos, sino que transforma la forma en que se gestiona la información en los cuarteles de bomberos.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Permite centralizar datos, reducir errores, optimizar tiempos y, lo más importante, apoyar la toma de decisiones con información real.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continuación, les mostraremos el sistema en funcionamiento, donde podrán ver cómo estos conceptos se aplican en un entorno real.”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5" name="Shape 4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g3ec6f50d45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7" name="Google Shape;4017;g3ec6f50d4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0" name="Shape 4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Google Shape;40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2" name="Google Shape;40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4"/>
          <p:cNvSpPr txBox="1"/>
          <p:nvPr>
            <p:ph type="ctrTitle"/>
          </p:nvPr>
        </p:nvSpPr>
        <p:spPr>
          <a:xfrm>
            <a:off x="2194950" y="1243575"/>
            <a:ext cx="4746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84"/>
          <p:cNvSpPr txBox="1"/>
          <p:nvPr>
            <p:ph idx="1" type="subTitle"/>
          </p:nvPr>
        </p:nvSpPr>
        <p:spPr>
          <a:xfrm>
            <a:off x="2925950" y="3296175"/>
            <a:ext cx="329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5"/>
          <p:cNvSpPr txBox="1"/>
          <p:nvPr>
            <p:ph type="ctrTitle"/>
          </p:nvPr>
        </p:nvSpPr>
        <p:spPr>
          <a:xfrm flipH="1">
            <a:off x="770725" y="468450"/>
            <a:ext cx="4463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" name="Google Shape;13;p85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85"/>
          <p:cNvSpPr txBox="1"/>
          <p:nvPr>
            <p:ph idx="1" type="subTitle"/>
          </p:nvPr>
        </p:nvSpPr>
        <p:spPr>
          <a:xfrm>
            <a:off x="770700" y="1216175"/>
            <a:ext cx="7662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AutoNum type="romanLcPeriod"/>
              <a:defRPr sz="1000"/>
            </a:lvl9pPr>
          </a:lstStyle>
          <a:p/>
        </p:txBody>
      </p:sp>
      <p:grpSp>
        <p:nvGrpSpPr>
          <p:cNvPr id="15" name="Google Shape;15;p85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" name="Google Shape;16;p8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8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8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0"/>
          <p:cNvSpPr txBox="1"/>
          <p:nvPr>
            <p:ph type="title"/>
          </p:nvPr>
        </p:nvSpPr>
        <p:spPr>
          <a:xfrm>
            <a:off x="4306824" y="2036701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0"/>
          <p:cNvSpPr txBox="1"/>
          <p:nvPr>
            <p:ph idx="1" type="subTitle"/>
          </p:nvPr>
        </p:nvSpPr>
        <p:spPr>
          <a:xfrm>
            <a:off x="1865375" y="2706625"/>
            <a:ext cx="4023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" name="Google Shape;41;p90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42" name="Google Shape;42;p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9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90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90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90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90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90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9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90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90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90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90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90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90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0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90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90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90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90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90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62" name="Google Shape;62;p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9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9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9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9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9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9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9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9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9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9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9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7"/>
          <p:cNvSpPr txBox="1"/>
          <p:nvPr>
            <p:ph type="ctrTitle"/>
          </p:nvPr>
        </p:nvSpPr>
        <p:spPr>
          <a:xfrm>
            <a:off x="21398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86" name="Google Shape;86;p87"/>
          <p:cNvSpPr txBox="1"/>
          <p:nvPr>
            <p:ph idx="2" type="title"/>
          </p:nvPr>
        </p:nvSpPr>
        <p:spPr>
          <a:xfrm>
            <a:off x="8139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87" name="Google Shape;87;p87"/>
          <p:cNvSpPr txBox="1"/>
          <p:nvPr>
            <p:ph idx="1" type="subTitle"/>
          </p:nvPr>
        </p:nvSpPr>
        <p:spPr>
          <a:xfrm>
            <a:off x="21398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7"/>
          <p:cNvSpPr txBox="1"/>
          <p:nvPr>
            <p:ph idx="3" type="ctrTitle"/>
          </p:nvPr>
        </p:nvSpPr>
        <p:spPr>
          <a:xfrm>
            <a:off x="4572000" y="468450"/>
            <a:ext cx="379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/>
        </p:txBody>
      </p:sp>
      <p:cxnSp>
        <p:nvCxnSpPr>
          <p:cNvPr id="89" name="Google Shape;89;p87"/>
          <p:cNvCxnSpPr/>
          <p:nvPr/>
        </p:nvCxnSpPr>
        <p:spPr>
          <a:xfrm>
            <a:off x="8634675" y="-1279600"/>
            <a:ext cx="0" cy="228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" name="Google Shape;90;p87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91" name="Google Shape;91;p8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8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8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8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8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8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8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8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8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8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8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8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8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87"/>
          <p:cNvSpPr txBox="1"/>
          <p:nvPr>
            <p:ph idx="4" type="ctrTitle"/>
          </p:nvPr>
        </p:nvSpPr>
        <p:spPr>
          <a:xfrm>
            <a:off x="59987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14" name="Google Shape;114;p87"/>
          <p:cNvSpPr txBox="1"/>
          <p:nvPr>
            <p:ph idx="5" type="title"/>
          </p:nvPr>
        </p:nvSpPr>
        <p:spPr>
          <a:xfrm>
            <a:off x="46728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15" name="Google Shape;115;p87"/>
          <p:cNvSpPr txBox="1"/>
          <p:nvPr>
            <p:ph idx="6" type="subTitle"/>
          </p:nvPr>
        </p:nvSpPr>
        <p:spPr>
          <a:xfrm>
            <a:off x="59987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7"/>
          <p:cNvSpPr txBox="1"/>
          <p:nvPr>
            <p:ph idx="7" type="ctrTitle"/>
          </p:nvPr>
        </p:nvSpPr>
        <p:spPr>
          <a:xfrm>
            <a:off x="21398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17" name="Google Shape;117;p87"/>
          <p:cNvSpPr txBox="1"/>
          <p:nvPr>
            <p:ph idx="8" type="title"/>
          </p:nvPr>
        </p:nvSpPr>
        <p:spPr>
          <a:xfrm>
            <a:off x="8139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18" name="Google Shape;118;p87"/>
          <p:cNvSpPr txBox="1"/>
          <p:nvPr>
            <p:ph idx="9" type="subTitle"/>
          </p:nvPr>
        </p:nvSpPr>
        <p:spPr>
          <a:xfrm>
            <a:off x="21398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7"/>
          <p:cNvSpPr txBox="1"/>
          <p:nvPr>
            <p:ph idx="13" type="ctrTitle"/>
          </p:nvPr>
        </p:nvSpPr>
        <p:spPr>
          <a:xfrm>
            <a:off x="59987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120" name="Google Shape;120;p87"/>
          <p:cNvSpPr txBox="1"/>
          <p:nvPr>
            <p:ph idx="14" type="title"/>
          </p:nvPr>
        </p:nvSpPr>
        <p:spPr>
          <a:xfrm>
            <a:off x="46728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1" name="Google Shape;121;p87"/>
          <p:cNvSpPr txBox="1"/>
          <p:nvPr>
            <p:ph idx="15" type="subTitle"/>
          </p:nvPr>
        </p:nvSpPr>
        <p:spPr>
          <a:xfrm>
            <a:off x="59987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8"/>
          <p:cNvSpPr txBox="1"/>
          <p:nvPr>
            <p:ph type="ctrTitle"/>
          </p:nvPr>
        </p:nvSpPr>
        <p:spPr>
          <a:xfrm>
            <a:off x="72172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24" name="Google Shape;124;p88"/>
          <p:cNvSpPr txBox="1"/>
          <p:nvPr>
            <p:ph idx="2" type="title"/>
          </p:nvPr>
        </p:nvSpPr>
        <p:spPr>
          <a:xfrm>
            <a:off x="7217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5" name="Google Shape;125;p88"/>
          <p:cNvSpPr txBox="1"/>
          <p:nvPr>
            <p:ph idx="3" type="ctrTitle"/>
          </p:nvPr>
        </p:nvSpPr>
        <p:spPr>
          <a:xfrm>
            <a:off x="2675306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26" name="Google Shape;126;p88"/>
          <p:cNvSpPr txBox="1"/>
          <p:nvPr>
            <p:ph idx="4" type="title"/>
          </p:nvPr>
        </p:nvSpPr>
        <p:spPr>
          <a:xfrm>
            <a:off x="26759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7" name="Google Shape;127;p88"/>
          <p:cNvSpPr txBox="1"/>
          <p:nvPr>
            <p:ph idx="5" type="ctrTitle"/>
          </p:nvPr>
        </p:nvSpPr>
        <p:spPr>
          <a:xfrm>
            <a:off x="4632122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28" name="Google Shape;128;p88"/>
          <p:cNvSpPr txBox="1"/>
          <p:nvPr>
            <p:ph idx="6" type="title"/>
          </p:nvPr>
        </p:nvSpPr>
        <p:spPr>
          <a:xfrm>
            <a:off x="46302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29" name="Google Shape;129;p88"/>
          <p:cNvSpPr txBox="1"/>
          <p:nvPr>
            <p:ph idx="7" type="ctrTitle"/>
          </p:nvPr>
        </p:nvSpPr>
        <p:spPr>
          <a:xfrm>
            <a:off x="658448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0" name="Google Shape;130;p88"/>
          <p:cNvSpPr txBox="1"/>
          <p:nvPr>
            <p:ph idx="8" type="title"/>
          </p:nvPr>
        </p:nvSpPr>
        <p:spPr>
          <a:xfrm>
            <a:off x="65844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1" name="Google Shape;131;p88"/>
          <p:cNvSpPr txBox="1"/>
          <p:nvPr>
            <p:ph idx="1" type="subTitle"/>
          </p:nvPr>
        </p:nvSpPr>
        <p:spPr>
          <a:xfrm>
            <a:off x="72367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8"/>
          <p:cNvSpPr txBox="1"/>
          <p:nvPr>
            <p:ph idx="9" type="subTitle"/>
          </p:nvPr>
        </p:nvSpPr>
        <p:spPr>
          <a:xfrm>
            <a:off x="658642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8"/>
          <p:cNvSpPr txBox="1"/>
          <p:nvPr>
            <p:ph idx="13" type="subTitle"/>
          </p:nvPr>
        </p:nvSpPr>
        <p:spPr>
          <a:xfrm>
            <a:off x="4634726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8"/>
          <p:cNvSpPr txBox="1"/>
          <p:nvPr>
            <p:ph idx="14" type="subTitle"/>
          </p:nvPr>
        </p:nvSpPr>
        <p:spPr>
          <a:xfrm>
            <a:off x="2678591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5" name="Google Shape;135;p88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136" name="Google Shape;136;p8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8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8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88"/>
          <p:cNvGrpSpPr/>
          <p:nvPr/>
        </p:nvGrpSpPr>
        <p:grpSpPr>
          <a:xfrm rot="5400000">
            <a:off x="7613820" y="-692278"/>
            <a:ext cx="877851" cy="2209091"/>
            <a:chOff x="-26858" y="-227337"/>
            <a:chExt cx="1093215" cy="2757917"/>
          </a:xfrm>
        </p:grpSpPr>
        <p:sp>
          <p:nvSpPr>
            <p:cNvPr id="156" name="Google Shape;156;p8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8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8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8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8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8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8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8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8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0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0" name="Google Shape;180;p10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1" name="Google Shape;181;p100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82" name="Google Shape;182;p10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0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0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0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0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0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0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0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0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0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0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0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0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0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ONLY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4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06" name="Google Shape;206;p114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7" name="Google Shape;207;p11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208" name="Google Shape;208;p11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1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1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1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1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1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1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1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1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1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114"/>
          <p:cNvSpPr txBox="1"/>
          <p:nvPr>
            <p:ph idx="1" type="subTitle"/>
          </p:nvPr>
        </p:nvSpPr>
        <p:spPr>
          <a:xfrm>
            <a:off x="1706834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14"/>
          <p:cNvSpPr txBox="1"/>
          <p:nvPr>
            <p:ph idx="2" type="subTitle"/>
          </p:nvPr>
        </p:nvSpPr>
        <p:spPr>
          <a:xfrm>
            <a:off x="1706830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14"/>
          <p:cNvSpPr txBox="1"/>
          <p:nvPr>
            <p:ph idx="3" type="subTitle"/>
          </p:nvPr>
        </p:nvSpPr>
        <p:spPr>
          <a:xfrm>
            <a:off x="4385072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14"/>
          <p:cNvSpPr txBox="1"/>
          <p:nvPr>
            <p:ph idx="4" type="subTitle"/>
          </p:nvPr>
        </p:nvSpPr>
        <p:spPr>
          <a:xfrm>
            <a:off x="438507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14"/>
          <p:cNvSpPr txBox="1"/>
          <p:nvPr>
            <p:ph idx="5" type="subTitle"/>
          </p:nvPr>
        </p:nvSpPr>
        <p:spPr>
          <a:xfrm>
            <a:off x="4385072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14"/>
          <p:cNvSpPr txBox="1"/>
          <p:nvPr>
            <p:ph idx="6" type="subTitle"/>
          </p:nvPr>
        </p:nvSpPr>
        <p:spPr>
          <a:xfrm>
            <a:off x="438507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14"/>
          <p:cNvSpPr txBox="1"/>
          <p:nvPr>
            <p:ph idx="7" type="subTitle"/>
          </p:nvPr>
        </p:nvSpPr>
        <p:spPr>
          <a:xfrm>
            <a:off x="7063323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14"/>
          <p:cNvSpPr txBox="1"/>
          <p:nvPr>
            <p:ph idx="8" type="subTitle"/>
          </p:nvPr>
        </p:nvSpPr>
        <p:spPr>
          <a:xfrm>
            <a:off x="70633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4"/>
          <p:cNvSpPr txBox="1"/>
          <p:nvPr>
            <p:ph idx="9" type="subTitle"/>
          </p:nvPr>
        </p:nvSpPr>
        <p:spPr>
          <a:xfrm>
            <a:off x="1706834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14"/>
          <p:cNvSpPr txBox="1"/>
          <p:nvPr>
            <p:ph idx="13" type="subTitle"/>
          </p:nvPr>
        </p:nvSpPr>
        <p:spPr>
          <a:xfrm>
            <a:off x="17068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14"/>
          <p:cNvSpPr txBox="1"/>
          <p:nvPr>
            <p:ph idx="14" type="subTitle"/>
          </p:nvPr>
        </p:nvSpPr>
        <p:spPr>
          <a:xfrm>
            <a:off x="7063323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14"/>
          <p:cNvSpPr txBox="1"/>
          <p:nvPr>
            <p:ph idx="15" type="subTitle"/>
          </p:nvPr>
        </p:nvSpPr>
        <p:spPr>
          <a:xfrm>
            <a:off x="706332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7"/>
          <p:cNvSpPr txBox="1"/>
          <p:nvPr>
            <p:ph type="title"/>
          </p:nvPr>
        </p:nvSpPr>
        <p:spPr>
          <a:xfrm>
            <a:off x="2879587" y="225183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97"/>
          <p:cNvSpPr txBox="1"/>
          <p:nvPr>
            <p:ph idx="2" type="title"/>
          </p:nvPr>
        </p:nvSpPr>
        <p:spPr>
          <a:xfrm>
            <a:off x="2879575" y="992730"/>
            <a:ext cx="1566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45" name="Google Shape;245;p97"/>
          <p:cNvSpPr txBox="1"/>
          <p:nvPr>
            <p:ph idx="1" type="subTitle"/>
          </p:nvPr>
        </p:nvSpPr>
        <p:spPr>
          <a:xfrm>
            <a:off x="2879587" y="3764723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46" name="Google Shape;246;p97"/>
          <p:cNvCxnSpPr/>
          <p:nvPr/>
        </p:nvCxnSpPr>
        <p:spPr>
          <a:xfrm rot="10800000">
            <a:off x="2978388" y="2115488"/>
            <a:ext cx="616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" name="Google Shape;247;p97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248" name="Google Shape;248;p97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7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97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7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7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7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7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7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7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7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7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7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7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7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7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7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7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7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7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7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7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7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7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7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7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7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7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7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7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7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7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7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7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7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7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7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7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7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7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7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7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97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293" name="Google Shape;293;p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9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9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9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7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6"/>
          <p:cNvSpPr txBox="1"/>
          <p:nvPr>
            <p:ph type="title"/>
          </p:nvPr>
        </p:nvSpPr>
        <p:spPr>
          <a:xfrm>
            <a:off x="2382850" y="2635150"/>
            <a:ext cx="4378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96"/>
          <p:cNvSpPr txBox="1"/>
          <p:nvPr>
            <p:ph idx="2" type="title"/>
          </p:nvPr>
        </p:nvSpPr>
        <p:spPr>
          <a:xfrm>
            <a:off x="3788700" y="1136050"/>
            <a:ext cx="15666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6" name="Google Shape;336;p96"/>
          <p:cNvSpPr txBox="1"/>
          <p:nvPr>
            <p:ph idx="1" type="subTitle"/>
          </p:nvPr>
        </p:nvSpPr>
        <p:spPr>
          <a:xfrm>
            <a:off x="3377400" y="35275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337" name="Google Shape;337;p96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338" name="Google Shape;338;p9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9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9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9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9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9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9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9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9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9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9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9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9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9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9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9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9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9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9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9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9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9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9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9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96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383" name="Google Shape;383;p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9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9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9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9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9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9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9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9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9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9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5"/>
          <p:cNvSpPr txBox="1"/>
          <p:nvPr>
            <p:ph type="title"/>
          </p:nvPr>
        </p:nvSpPr>
        <p:spPr>
          <a:xfrm>
            <a:off x="713225" y="978238"/>
            <a:ext cx="31473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5" name="Google Shape;425;p105"/>
          <p:cNvSpPr txBox="1"/>
          <p:nvPr>
            <p:ph idx="1" type="subTitle"/>
          </p:nvPr>
        </p:nvSpPr>
        <p:spPr>
          <a:xfrm>
            <a:off x="713225" y="3357063"/>
            <a:ext cx="3147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26" name="Google Shape;426;p105"/>
          <p:cNvGrpSpPr/>
          <p:nvPr/>
        </p:nvGrpSpPr>
        <p:grpSpPr>
          <a:xfrm flipH="1">
            <a:off x="4743766" y="-1156952"/>
            <a:ext cx="4451259" cy="6129060"/>
            <a:chOff x="-37799" y="-227337"/>
            <a:chExt cx="1833529" cy="2524637"/>
          </a:xfrm>
        </p:grpSpPr>
        <p:sp>
          <p:nvSpPr>
            <p:cNvPr id="427" name="Google Shape;427;p10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0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0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0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0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0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0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5"/>
            <p:cNvSpPr/>
            <p:nvPr/>
          </p:nvSpPr>
          <p:spPr>
            <a:xfrm rot="10800000">
              <a:off x="-37799" y="811313"/>
              <a:ext cx="381833" cy="44126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0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0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0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0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0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0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0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0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0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0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1"/>
          <p:cNvSpPr txBox="1"/>
          <p:nvPr>
            <p:ph type="title"/>
          </p:nvPr>
        </p:nvSpPr>
        <p:spPr>
          <a:xfrm>
            <a:off x="1675800" y="1891935"/>
            <a:ext cx="2562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4" name="Google Shape;464;p91"/>
          <p:cNvSpPr txBox="1"/>
          <p:nvPr>
            <p:ph idx="1" type="subTitle"/>
          </p:nvPr>
        </p:nvSpPr>
        <p:spPr>
          <a:xfrm>
            <a:off x="4904575" y="1939924"/>
            <a:ext cx="35262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5" name="Google Shape;465;p91"/>
          <p:cNvCxnSpPr/>
          <p:nvPr/>
        </p:nvCxnSpPr>
        <p:spPr>
          <a:xfrm>
            <a:off x="4572000" y="-121800"/>
            <a:ext cx="0" cy="3760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6" name="Google Shape;466;p91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467" name="Google Shape;467;p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9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9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9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9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9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9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9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9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9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9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9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91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490" name="Google Shape;490;p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9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9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9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9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9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9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9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91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9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9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9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9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9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9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9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9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 txBox="1"/>
          <p:nvPr>
            <p:ph type="ctrTitle"/>
          </p:nvPr>
        </p:nvSpPr>
        <p:spPr>
          <a:xfrm>
            <a:off x="4155425" y="19669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1" name="Google Shape;511;p86"/>
          <p:cNvSpPr txBox="1"/>
          <p:nvPr>
            <p:ph idx="2" type="title"/>
          </p:nvPr>
        </p:nvSpPr>
        <p:spPr>
          <a:xfrm>
            <a:off x="2319727" y="19668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2" name="Google Shape;512;p86"/>
          <p:cNvSpPr txBox="1"/>
          <p:nvPr>
            <p:ph idx="3" type="ctrTitle"/>
          </p:nvPr>
        </p:nvSpPr>
        <p:spPr>
          <a:xfrm>
            <a:off x="4155425" y="26321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3" name="Google Shape;513;p86"/>
          <p:cNvSpPr txBox="1"/>
          <p:nvPr>
            <p:ph idx="4" type="title"/>
          </p:nvPr>
        </p:nvSpPr>
        <p:spPr>
          <a:xfrm>
            <a:off x="2319727" y="26321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4" name="Google Shape;514;p86"/>
          <p:cNvSpPr txBox="1"/>
          <p:nvPr>
            <p:ph idx="5" type="ctrTitle"/>
          </p:nvPr>
        </p:nvSpPr>
        <p:spPr>
          <a:xfrm>
            <a:off x="4155425" y="32974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5" name="Google Shape;515;p86"/>
          <p:cNvSpPr txBox="1"/>
          <p:nvPr>
            <p:ph idx="6" type="title"/>
          </p:nvPr>
        </p:nvSpPr>
        <p:spPr>
          <a:xfrm>
            <a:off x="2319727" y="32973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6" name="Google Shape;516;p86"/>
          <p:cNvSpPr txBox="1"/>
          <p:nvPr>
            <p:ph idx="7" type="ctrTitle"/>
          </p:nvPr>
        </p:nvSpPr>
        <p:spPr>
          <a:xfrm>
            <a:off x="4155425" y="39626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17" name="Google Shape;517;p86"/>
          <p:cNvSpPr txBox="1"/>
          <p:nvPr>
            <p:ph idx="8" type="title"/>
          </p:nvPr>
        </p:nvSpPr>
        <p:spPr>
          <a:xfrm>
            <a:off x="2319727" y="39626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18" name="Google Shape;518;p86"/>
          <p:cNvSpPr txBox="1"/>
          <p:nvPr>
            <p:ph idx="9" type="ctrTitle"/>
          </p:nvPr>
        </p:nvSpPr>
        <p:spPr>
          <a:xfrm>
            <a:off x="4155425" y="1184800"/>
            <a:ext cx="3888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Barlow Condensed"/>
              <a:buNone/>
              <a:defRPr sz="36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grpSp>
        <p:nvGrpSpPr>
          <p:cNvPr id="519" name="Google Shape;519;p86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520" name="Google Shape;520;p8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8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8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8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8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8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8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8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8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8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8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8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8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8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8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8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8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86"/>
          <p:cNvGrpSpPr/>
          <p:nvPr/>
        </p:nvGrpSpPr>
        <p:grpSpPr>
          <a:xfrm rot="5400000">
            <a:off x="7613820" y="-692278"/>
            <a:ext cx="877851" cy="2209091"/>
            <a:chOff x="-26858" y="-227337"/>
            <a:chExt cx="1093215" cy="2757917"/>
          </a:xfrm>
        </p:grpSpPr>
        <p:sp>
          <p:nvSpPr>
            <p:cNvPr id="540" name="Google Shape;540;p8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8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8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8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8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8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8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8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8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8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8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8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3">
  <p:cSld name="CUSTOM_1_1_1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9"/>
          <p:cNvSpPr txBox="1"/>
          <p:nvPr>
            <p:ph type="ctrTitle"/>
          </p:nvPr>
        </p:nvSpPr>
        <p:spPr>
          <a:xfrm>
            <a:off x="893040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64" name="Google Shape;564;p89"/>
          <p:cNvSpPr txBox="1"/>
          <p:nvPr>
            <p:ph idx="2" type="title"/>
          </p:nvPr>
        </p:nvSpPr>
        <p:spPr>
          <a:xfrm>
            <a:off x="893104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6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65" name="Google Shape;565;p89"/>
          <p:cNvSpPr txBox="1"/>
          <p:nvPr>
            <p:ph idx="3" type="ctrTitle"/>
          </p:nvPr>
        </p:nvSpPr>
        <p:spPr>
          <a:xfrm>
            <a:off x="3398867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66" name="Google Shape;566;p89"/>
          <p:cNvSpPr txBox="1"/>
          <p:nvPr>
            <p:ph idx="4" type="title"/>
          </p:nvPr>
        </p:nvSpPr>
        <p:spPr>
          <a:xfrm>
            <a:off x="3398905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67" name="Google Shape;567;p89"/>
          <p:cNvSpPr txBox="1"/>
          <p:nvPr>
            <p:ph idx="5" type="ctrTitle"/>
          </p:nvPr>
        </p:nvSpPr>
        <p:spPr>
          <a:xfrm>
            <a:off x="889725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68" name="Google Shape;568;p89"/>
          <p:cNvSpPr txBox="1"/>
          <p:nvPr>
            <p:ph idx="6" type="title"/>
          </p:nvPr>
        </p:nvSpPr>
        <p:spPr>
          <a:xfrm>
            <a:off x="889737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69" name="Google Shape;569;p89"/>
          <p:cNvSpPr txBox="1"/>
          <p:nvPr>
            <p:ph idx="7" type="ctrTitle"/>
          </p:nvPr>
        </p:nvSpPr>
        <p:spPr>
          <a:xfrm>
            <a:off x="3395552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70" name="Google Shape;570;p89"/>
          <p:cNvSpPr txBox="1"/>
          <p:nvPr>
            <p:ph idx="8" type="title"/>
          </p:nvPr>
        </p:nvSpPr>
        <p:spPr>
          <a:xfrm>
            <a:off x="3395538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1" name="Google Shape;571;p89"/>
          <p:cNvSpPr txBox="1"/>
          <p:nvPr>
            <p:ph idx="1" type="subTitle"/>
          </p:nvPr>
        </p:nvSpPr>
        <p:spPr>
          <a:xfrm>
            <a:off x="898154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89"/>
          <p:cNvSpPr txBox="1"/>
          <p:nvPr>
            <p:ph idx="9" type="subTitle"/>
          </p:nvPr>
        </p:nvSpPr>
        <p:spPr>
          <a:xfrm>
            <a:off x="3398031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89"/>
          <p:cNvSpPr txBox="1"/>
          <p:nvPr>
            <p:ph idx="13" type="subTitle"/>
          </p:nvPr>
        </p:nvSpPr>
        <p:spPr>
          <a:xfrm>
            <a:off x="893055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89"/>
          <p:cNvSpPr txBox="1"/>
          <p:nvPr>
            <p:ph idx="14" type="subTitle"/>
          </p:nvPr>
        </p:nvSpPr>
        <p:spPr>
          <a:xfrm>
            <a:off x="3403067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89"/>
          <p:cNvSpPr txBox="1"/>
          <p:nvPr>
            <p:ph idx="15" type="ctrTitle"/>
          </p:nvPr>
        </p:nvSpPr>
        <p:spPr>
          <a:xfrm>
            <a:off x="5904593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76" name="Google Shape;576;p89"/>
          <p:cNvSpPr txBox="1"/>
          <p:nvPr>
            <p:ph idx="16" type="title"/>
          </p:nvPr>
        </p:nvSpPr>
        <p:spPr>
          <a:xfrm>
            <a:off x="5904631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7" name="Google Shape;577;p89"/>
          <p:cNvSpPr txBox="1"/>
          <p:nvPr>
            <p:ph idx="17" type="ctrTitle"/>
          </p:nvPr>
        </p:nvSpPr>
        <p:spPr>
          <a:xfrm>
            <a:off x="5901278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578" name="Google Shape;578;p89"/>
          <p:cNvSpPr txBox="1"/>
          <p:nvPr>
            <p:ph idx="18" type="title"/>
          </p:nvPr>
        </p:nvSpPr>
        <p:spPr>
          <a:xfrm>
            <a:off x="5901265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579" name="Google Shape;579;p89"/>
          <p:cNvSpPr txBox="1"/>
          <p:nvPr>
            <p:ph idx="19" type="subTitle"/>
          </p:nvPr>
        </p:nvSpPr>
        <p:spPr>
          <a:xfrm>
            <a:off x="5903758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89"/>
          <p:cNvSpPr txBox="1"/>
          <p:nvPr>
            <p:ph idx="20" type="subTitle"/>
          </p:nvPr>
        </p:nvSpPr>
        <p:spPr>
          <a:xfrm>
            <a:off x="5908793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1" name="Google Shape;581;p89"/>
          <p:cNvGrpSpPr/>
          <p:nvPr/>
        </p:nvGrpSpPr>
        <p:grpSpPr>
          <a:xfrm flipH="1" rot="5400000">
            <a:off x="7600520" y="3611830"/>
            <a:ext cx="877851" cy="2209091"/>
            <a:chOff x="-26858" y="-227337"/>
            <a:chExt cx="1093215" cy="2757917"/>
          </a:xfrm>
        </p:grpSpPr>
        <p:sp>
          <p:nvSpPr>
            <p:cNvPr id="582" name="Google Shape;582;p8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8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8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8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8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8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8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8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8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8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8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8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8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8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8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8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2"/>
          <p:cNvSpPr txBox="1"/>
          <p:nvPr>
            <p:ph type="title"/>
          </p:nvPr>
        </p:nvSpPr>
        <p:spPr>
          <a:xfrm>
            <a:off x="2968788" y="2765075"/>
            <a:ext cx="320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6" name="Google Shape;606;p92"/>
          <p:cNvSpPr txBox="1"/>
          <p:nvPr>
            <p:ph idx="1" type="subTitle"/>
          </p:nvPr>
        </p:nvSpPr>
        <p:spPr>
          <a:xfrm>
            <a:off x="2557200" y="3501225"/>
            <a:ext cx="40296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7" name="Google Shape;607;p92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608" name="Google Shape;608;p9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9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9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9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9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9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9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9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9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9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9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9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9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9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9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9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9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9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9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92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631" name="Google Shape;631;p9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9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9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9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9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9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9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9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9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9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92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9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9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9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9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9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9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9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9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3"/>
          <p:cNvSpPr txBox="1"/>
          <p:nvPr>
            <p:ph type="ctrTitle"/>
          </p:nvPr>
        </p:nvSpPr>
        <p:spPr>
          <a:xfrm>
            <a:off x="713225" y="299982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52" name="Google Shape;652;p93"/>
          <p:cNvSpPr txBox="1"/>
          <p:nvPr>
            <p:ph idx="1" type="subTitle"/>
          </p:nvPr>
        </p:nvSpPr>
        <p:spPr>
          <a:xfrm>
            <a:off x="713225" y="1712800"/>
            <a:ext cx="637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3" name="Google Shape;653;p93"/>
          <p:cNvSpPr/>
          <p:nvPr/>
        </p:nvSpPr>
        <p:spPr>
          <a:xfrm flipH="1" rot="-5400000">
            <a:off x="4073565" y="-78536"/>
            <a:ext cx="996879" cy="1153940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9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655" name="Google Shape;655;p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9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9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9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9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9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9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9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9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9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9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9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9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7" name="Google Shape;677;p93"/>
          <p:cNvGrpSpPr/>
          <p:nvPr/>
        </p:nvGrpSpPr>
        <p:grpSpPr>
          <a:xfrm rot="-5400000">
            <a:off x="286059" y="3659330"/>
            <a:ext cx="1209907" cy="1782036"/>
            <a:chOff x="700771" y="-227337"/>
            <a:chExt cx="1458774" cy="2138785"/>
          </a:xfrm>
        </p:grpSpPr>
        <p:sp>
          <p:nvSpPr>
            <p:cNvPr id="678" name="Google Shape;678;p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9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9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9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9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9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9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9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93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9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9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9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9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9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9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9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9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TITLE_1_1_1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4"/>
          <p:cNvSpPr txBox="1"/>
          <p:nvPr>
            <p:ph idx="1" type="subTitle"/>
          </p:nvPr>
        </p:nvSpPr>
        <p:spPr>
          <a:xfrm>
            <a:off x="1924300" y="1704900"/>
            <a:ext cx="5295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9" name="Google Shape;699;p94"/>
          <p:cNvSpPr txBox="1"/>
          <p:nvPr>
            <p:ph type="ctrTitle"/>
          </p:nvPr>
        </p:nvSpPr>
        <p:spPr>
          <a:xfrm>
            <a:off x="3272413" y="366387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700" name="Google Shape;700;p9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701" name="Google Shape;701;p9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9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9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9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9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9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9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9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9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9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9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9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9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9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9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9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9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9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9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p94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724" name="Google Shape;724;p9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9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9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9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9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9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9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9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9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9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94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9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9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9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9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9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9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9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5"/>
          <p:cNvSpPr txBox="1"/>
          <p:nvPr>
            <p:ph type="title"/>
          </p:nvPr>
        </p:nvSpPr>
        <p:spPr>
          <a:xfrm>
            <a:off x="3016200" y="112210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5" name="Google Shape;745;p95"/>
          <p:cNvSpPr txBox="1"/>
          <p:nvPr>
            <p:ph idx="2" type="title"/>
          </p:nvPr>
        </p:nvSpPr>
        <p:spPr>
          <a:xfrm>
            <a:off x="1399800" y="1122100"/>
            <a:ext cx="146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746" name="Google Shape;746;p95"/>
          <p:cNvSpPr txBox="1"/>
          <p:nvPr>
            <p:ph idx="1" type="subTitle"/>
          </p:nvPr>
        </p:nvSpPr>
        <p:spPr>
          <a:xfrm>
            <a:off x="3016200" y="32371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747" name="Google Shape;747;p95"/>
          <p:cNvCxnSpPr/>
          <p:nvPr/>
        </p:nvCxnSpPr>
        <p:spPr>
          <a:xfrm>
            <a:off x="2940913" y="-12"/>
            <a:ext cx="0" cy="2753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8" name="Google Shape;748;p9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749" name="Google Shape;749;p9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9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9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9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9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9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9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9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9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9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9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9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9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9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9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9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9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9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9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9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9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9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9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9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9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9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9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9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9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9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9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9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9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9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9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9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9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9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9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9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9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3" name="Google Shape;793;p9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794" name="Google Shape;794;p9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9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9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9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9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9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9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9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9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9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9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9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9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9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9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9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9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9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9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9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9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9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9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9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9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9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9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9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95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9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9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9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9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9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9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9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9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8"/>
          <p:cNvSpPr txBox="1"/>
          <p:nvPr>
            <p:ph type="ctrTitle"/>
          </p:nvPr>
        </p:nvSpPr>
        <p:spPr>
          <a:xfrm flipH="1">
            <a:off x="770700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36" name="Google Shape;836;p98"/>
          <p:cNvCxnSpPr/>
          <p:nvPr/>
        </p:nvCxnSpPr>
        <p:spPr>
          <a:xfrm>
            <a:off x="498025" y="-44700"/>
            <a:ext cx="0" cy="1104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7" name="Google Shape;837;p98"/>
          <p:cNvSpPr txBox="1"/>
          <p:nvPr>
            <p:ph idx="1" type="subTitle"/>
          </p:nvPr>
        </p:nvSpPr>
        <p:spPr>
          <a:xfrm>
            <a:off x="32808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98"/>
          <p:cNvSpPr txBox="1"/>
          <p:nvPr>
            <p:ph idx="2" type="subTitle"/>
          </p:nvPr>
        </p:nvSpPr>
        <p:spPr>
          <a:xfrm>
            <a:off x="3282700" y="1925451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39" name="Google Shape;839;p98"/>
          <p:cNvSpPr txBox="1"/>
          <p:nvPr>
            <p:ph idx="3" type="title"/>
          </p:nvPr>
        </p:nvSpPr>
        <p:spPr>
          <a:xfrm>
            <a:off x="56541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0" name="Google Shape;840;p98"/>
          <p:cNvSpPr txBox="1"/>
          <p:nvPr>
            <p:ph idx="4" type="subTitle"/>
          </p:nvPr>
        </p:nvSpPr>
        <p:spPr>
          <a:xfrm>
            <a:off x="3280813" y="1636850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98"/>
          <p:cNvSpPr txBox="1"/>
          <p:nvPr>
            <p:ph idx="5" type="subTitle"/>
          </p:nvPr>
        </p:nvSpPr>
        <p:spPr>
          <a:xfrm>
            <a:off x="32808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98"/>
          <p:cNvSpPr txBox="1"/>
          <p:nvPr>
            <p:ph idx="6" type="subTitle"/>
          </p:nvPr>
        </p:nvSpPr>
        <p:spPr>
          <a:xfrm>
            <a:off x="3282700" y="3882776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43" name="Google Shape;843;p98"/>
          <p:cNvSpPr txBox="1"/>
          <p:nvPr>
            <p:ph idx="7" type="title"/>
          </p:nvPr>
        </p:nvSpPr>
        <p:spPr>
          <a:xfrm>
            <a:off x="56541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4" name="Google Shape;844;p98"/>
          <p:cNvSpPr txBox="1"/>
          <p:nvPr>
            <p:ph idx="8" type="subTitle"/>
          </p:nvPr>
        </p:nvSpPr>
        <p:spPr>
          <a:xfrm>
            <a:off x="3280813" y="3594175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5" name="Google Shape;845;p98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846" name="Google Shape;846;p9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9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9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9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9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9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9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9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9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9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9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9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9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9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9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9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9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9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9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9"/>
          <p:cNvSpPr txBox="1"/>
          <p:nvPr>
            <p:ph idx="1" type="subTitle"/>
          </p:nvPr>
        </p:nvSpPr>
        <p:spPr>
          <a:xfrm>
            <a:off x="1357575" y="2398275"/>
            <a:ext cx="2568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0" name="Google Shape;870;p99"/>
          <p:cNvSpPr txBox="1"/>
          <p:nvPr>
            <p:ph idx="2" type="subTitle"/>
          </p:nvPr>
        </p:nvSpPr>
        <p:spPr>
          <a:xfrm>
            <a:off x="1132425" y="3320025"/>
            <a:ext cx="3018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71" name="Google Shape;871;p99"/>
          <p:cNvSpPr txBox="1"/>
          <p:nvPr>
            <p:ph type="title"/>
          </p:nvPr>
        </p:nvSpPr>
        <p:spPr>
          <a:xfrm>
            <a:off x="1676475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2" name="Google Shape;872;p99"/>
          <p:cNvSpPr txBox="1"/>
          <p:nvPr>
            <p:ph idx="3" type="subTitle"/>
          </p:nvPr>
        </p:nvSpPr>
        <p:spPr>
          <a:xfrm>
            <a:off x="1700175" y="2912675"/>
            <a:ext cx="18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3" name="Google Shape;873;p99"/>
          <p:cNvSpPr txBox="1"/>
          <p:nvPr>
            <p:ph idx="4" type="subTitle"/>
          </p:nvPr>
        </p:nvSpPr>
        <p:spPr>
          <a:xfrm>
            <a:off x="5235388" y="2398275"/>
            <a:ext cx="2569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4" name="Google Shape;874;p99"/>
          <p:cNvSpPr txBox="1"/>
          <p:nvPr>
            <p:ph idx="5" type="subTitle"/>
          </p:nvPr>
        </p:nvSpPr>
        <p:spPr>
          <a:xfrm>
            <a:off x="5011450" y="3320025"/>
            <a:ext cx="30174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875" name="Google Shape;875;p99"/>
          <p:cNvSpPr txBox="1"/>
          <p:nvPr>
            <p:ph idx="6" type="title"/>
          </p:nvPr>
        </p:nvSpPr>
        <p:spPr>
          <a:xfrm>
            <a:off x="5554900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6" name="Google Shape;876;p99"/>
          <p:cNvSpPr txBox="1"/>
          <p:nvPr>
            <p:ph idx="7" type="subTitle"/>
          </p:nvPr>
        </p:nvSpPr>
        <p:spPr>
          <a:xfrm>
            <a:off x="5554825" y="2912675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99"/>
          <p:cNvSpPr txBox="1"/>
          <p:nvPr>
            <p:ph idx="8" type="ctrTitle"/>
          </p:nvPr>
        </p:nvSpPr>
        <p:spPr>
          <a:xfrm>
            <a:off x="266501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878" name="Google Shape;878;p99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9" name="Google Shape;879;p99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880" name="Google Shape;880;p9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9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9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9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9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9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9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9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01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904" name="Google Shape;904;p101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5" name="Google Shape;905;p101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906" name="Google Shape;906;p10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0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0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0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0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0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0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0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0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0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0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0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0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0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0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0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0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0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0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_1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2"/>
          <p:cNvSpPr txBox="1"/>
          <p:nvPr>
            <p:ph idx="1" type="subTitle"/>
          </p:nvPr>
        </p:nvSpPr>
        <p:spPr>
          <a:xfrm>
            <a:off x="104241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p102"/>
          <p:cNvSpPr txBox="1"/>
          <p:nvPr>
            <p:ph type="title"/>
          </p:nvPr>
        </p:nvSpPr>
        <p:spPr>
          <a:xfrm>
            <a:off x="104182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931" name="Google Shape;931;p102"/>
          <p:cNvSpPr txBox="1"/>
          <p:nvPr>
            <p:ph idx="2" type="subTitle"/>
          </p:nvPr>
        </p:nvSpPr>
        <p:spPr>
          <a:xfrm>
            <a:off x="104242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2" name="Google Shape;932;p102"/>
          <p:cNvSpPr txBox="1"/>
          <p:nvPr>
            <p:ph idx="3" type="subTitle"/>
          </p:nvPr>
        </p:nvSpPr>
        <p:spPr>
          <a:xfrm>
            <a:off x="3607341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102"/>
          <p:cNvSpPr txBox="1"/>
          <p:nvPr>
            <p:ph idx="4" type="title"/>
          </p:nvPr>
        </p:nvSpPr>
        <p:spPr>
          <a:xfrm>
            <a:off x="3606750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934" name="Google Shape;934;p102"/>
          <p:cNvSpPr txBox="1"/>
          <p:nvPr>
            <p:ph idx="5" type="subTitle"/>
          </p:nvPr>
        </p:nvSpPr>
        <p:spPr>
          <a:xfrm>
            <a:off x="3607350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102"/>
          <p:cNvSpPr txBox="1"/>
          <p:nvPr>
            <p:ph idx="6" type="subTitle"/>
          </p:nvPr>
        </p:nvSpPr>
        <p:spPr>
          <a:xfrm>
            <a:off x="617226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102"/>
          <p:cNvSpPr txBox="1"/>
          <p:nvPr>
            <p:ph idx="7" type="title"/>
          </p:nvPr>
        </p:nvSpPr>
        <p:spPr>
          <a:xfrm>
            <a:off x="617167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937" name="Google Shape;937;p102"/>
          <p:cNvSpPr txBox="1"/>
          <p:nvPr>
            <p:ph idx="8" type="subTitle"/>
          </p:nvPr>
        </p:nvSpPr>
        <p:spPr>
          <a:xfrm>
            <a:off x="617227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8" name="Google Shape;938;p102"/>
          <p:cNvSpPr txBox="1"/>
          <p:nvPr>
            <p:ph idx="9"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939" name="Google Shape;939;p10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0" name="Google Shape;940;p10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941" name="Google Shape;941;p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03"/>
          <p:cNvSpPr txBox="1"/>
          <p:nvPr>
            <p:ph type="title"/>
          </p:nvPr>
        </p:nvSpPr>
        <p:spPr>
          <a:xfrm>
            <a:off x="1869525" y="1705650"/>
            <a:ext cx="54051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65" name="Google Shape;965;p103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966" name="Google Shape;966;p103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03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3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03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03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3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03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3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3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3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3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03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03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03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03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03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03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03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03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03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03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03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03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03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03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03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03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03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03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03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03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03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03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03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03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03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03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03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03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03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03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0" name="Google Shape;1010;p103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011" name="Google Shape;1011;p10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0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0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0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0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0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0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0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0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0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0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0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0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0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0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0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0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0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0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0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0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0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0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0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0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0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0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0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03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0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0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0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0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0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0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4"/>
          <p:cNvSpPr txBox="1"/>
          <p:nvPr>
            <p:ph type="title"/>
          </p:nvPr>
        </p:nvSpPr>
        <p:spPr>
          <a:xfrm>
            <a:off x="3576150" y="1906435"/>
            <a:ext cx="54051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53" name="Google Shape;1053;p104"/>
          <p:cNvGrpSpPr/>
          <p:nvPr/>
        </p:nvGrpSpPr>
        <p:grpSpPr>
          <a:xfrm>
            <a:off x="-26847" y="-280618"/>
            <a:ext cx="2865062" cy="3613974"/>
            <a:chOff x="-26858" y="-227337"/>
            <a:chExt cx="2186403" cy="2757917"/>
          </a:xfrm>
        </p:grpSpPr>
        <p:sp>
          <p:nvSpPr>
            <p:cNvPr id="1054" name="Google Shape;1054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0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0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0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0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0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0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0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0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04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0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0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0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0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0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0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0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0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52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4" name="Google Shape;1094;p104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095" name="Google Shape;1095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SECTION_TITLE_AND_DESCRIPTION_1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06"/>
          <p:cNvSpPr txBox="1"/>
          <p:nvPr>
            <p:ph type="title"/>
          </p:nvPr>
        </p:nvSpPr>
        <p:spPr>
          <a:xfrm>
            <a:off x="4655050" y="445100"/>
            <a:ext cx="37755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9" name="Google Shape;1119;p106"/>
          <p:cNvSpPr txBox="1"/>
          <p:nvPr>
            <p:ph idx="1" type="subTitle"/>
          </p:nvPr>
        </p:nvSpPr>
        <p:spPr>
          <a:xfrm>
            <a:off x="5344075" y="2622950"/>
            <a:ext cx="3086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107"/>
          <p:cNvGrpSpPr/>
          <p:nvPr/>
        </p:nvGrpSpPr>
        <p:grpSpPr>
          <a:xfrm>
            <a:off x="-6570" y="518767"/>
            <a:ext cx="2604982" cy="2256975"/>
            <a:chOff x="-8580" y="487809"/>
            <a:chExt cx="2894424" cy="2507193"/>
          </a:xfrm>
        </p:grpSpPr>
        <p:sp>
          <p:nvSpPr>
            <p:cNvPr id="1122" name="Google Shape;1122;p10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07"/>
            <p:cNvSpPr/>
            <p:nvPr/>
          </p:nvSpPr>
          <p:spPr>
            <a:xfrm rot="10800000">
              <a:off x="-8580" y="903907"/>
              <a:ext cx="726263" cy="125540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07"/>
            <p:cNvSpPr/>
            <p:nvPr/>
          </p:nvSpPr>
          <p:spPr>
            <a:xfrm rot="10800000">
              <a:off x="-8580" y="487809"/>
              <a:ext cx="722770" cy="835778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0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0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07"/>
            <p:cNvSpPr/>
            <p:nvPr/>
          </p:nvSpPr>
          <p:spPr>
            <a:xfrm rot="10800000">
              <a:off x="717603" y="487809"/>
              <a:ext cx="1445514" cy="835778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07"/>
            <p:cNvSpPr/>
            <p:nvPr/>
          </p:nvSpPr>
          <p:spPr>
            <a:xfrm rot="10800000">
              <a:off x="717630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07"/>
            <p:cNvSpPr/>
            <p:nvPr/>
          </p:nvSpPr>
          <p:spPr>
            <a:xfrm rot="10800000">
              <a:off x="717630" y="1739643"/>
              <a:ext cx="722770" cy="835752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0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07"/>
            <p:cNvSpPr/>
            <p:nvPr/>
          </p:nvSpPr>
          <p:spPr>
            <a:xfrm rot="10800000">
              <a:off x="2163100" y="903904"/>
              <a:ext cx="722744" cy="835778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07"/>
            <p:cNvSpPr/>
            <p:nvPr/>
          </p:nvSpPr>
          <p:spPr>
            <a:xfrm flipH="1" rot="10800000">
              <a:off x="1442105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3" name="Google Shape;1133;p107"/>
          <p:cNvSpPr/>
          <p:nvPr/>
        </p:nvSpPr>
        <p:spPr>
          <a:xfrm flipH="1">
            <a:off x="-1017193" y="881512"/>
            <a:ext cx="4269126" cy="4942773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07"/>
          <p:cNvSpPr txBox="1"/>
          <p:nvPr>
            <p:ph type="title"/>
          </p:nvPr>
        </p:nvSpPr>
        <p:spPr>
          <a:xfrm>
            <a:off x="713225" y="2321675"/>
            <a:ext cx="22308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08"/>
          <p:cNvSpPr txBox="1"/>
          <p:nvPr>
            <p:ph type="title"/>
          </p:nvPr>
        </p:nvSpPr>
        <p:spPr>
          <a:xfrm>
            <a:off x="713225" y="3236075"/>
            <a:ext cx="35760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grpSp>
        <p:nvGrpSpPr>
          <p:cNvPr id="1137" name="Google Shape;1137;p108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138" name="Google Shape;1138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0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0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0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0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0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0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0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0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0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0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0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0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0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0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0" name="Google Shape;1160;p108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161" name="Google Shape;1161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0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0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0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0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0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0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0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0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0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0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0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0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0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0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0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0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0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0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0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0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0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0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08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0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0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0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0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0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0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0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0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9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03" name="Google Shape;1203;p109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4" name="Google Shape;1204;p109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205" name="Google Shape;1205;p10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0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0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0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0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0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0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0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0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0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0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0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0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0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0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0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0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0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7" name="Google Shape;1227;p109"/>
          <p:cNvSpPr txBox="1"/>
          <p:nvPr>
            <p:ph idx="1" type="subTitle"/>
          </p:nvPr>
        </p:nvSpPr>
        <p:spPr>
          <a:xfrm>
            <a:off x="1399032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109"/>
          <p:cNvSpPr txBox="1"/>
          <p:nvPr>
            <p:ph idx="2" type="subTitle"/>
          </p:nvPr>
        </p:nvSpPr>
        <p:spPr>
          <a:xfrm>
            <a:off x="713232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109"/>
          <p:cNvSpPr txBox="1"/>
          <p:nvPr>
            <p:ph idx="3" type="subTitle"/>
          </p:nvPr>
        </p:nvSpPr>
        <p:spPr>
          <a:xfrm>
            <a:off x="1399032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109"/>
          <p:cNvSpPr txBox="1"/>
          <p:nvPr>
            <p:ph idx="4" type="subTitle"/>
          </p:nvPr>
        </p:nvSpPr>
        <p:spPr>
          <a:xfrm>
            <a:off x="713232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109"/>
          <p:cNvSpPr txBox="1"/>
          <p:nvPr>
            <p:ph idx="5" type="subTitle"/>
          </p:nvPr>
        </p:nvSpPr>
        <p:spPr>
          <a:xfrm>
            <a:off x="6263640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109"/>
          <p:cNvSpPr txBox="1"/>
          <p:nvPr>
            <p:ph idx="6" type="subTitle"/>
          </p:nvPr>
        </p:nvSpPr>
        <p:spPr>
          <a:xfrm>
            <a:off x="6263640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109"/>
          <p:cNvSpPr txBox="1"/>
          <p:nvPr>
            <p:ph idx="7" type="subTitle"/>
          </p:nvPr>
        </p:nvSpPr>
        <p:spPr>
          <a:xfrm>
            <a:off x="6263640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109"/>
          <p:cNvSpPr txBox="1"/>
          <p:nvPr>
            <p:ph idx="8" type="subTitle"/>
          </p:nvPr>
        </p:nvSpPr>
        <p:spPr>
          <a:xfrm>
            <a:off x="6263640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1_1"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0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37" name="Google Shape;1237;p11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8" name="Google Shape;1238;p110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239" name="Google Shape;1239;p11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1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1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1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1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1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1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1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1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1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1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1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1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1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1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1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1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1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1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1" name="Google Shape;1261;p110"/>
          <p:cNvSpPr txBox="1"/>
          <p:nvPr>
            <p:ph idx="1" type="subTitle"/>
          </p:nvPr>
        </p:nvSpPr>
        <p:spPr>
          <a:xfrm>
            <a:off x="1892808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2" name="Google Shape;1262;p110"/>
          <p:cNvSpPr txBox="1"/>
          <p:nvPr>
            <p:ph idx="2" type="subTitle"/>
          </p:nvPr>
        </p:nvSpPr>
        <p:spPr>
          <a:xfrm>
            <a:off x="1892808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110"/>
          <p:cNvSpPr txBox="1"/>
          <p:nvPr>
            <p:ph idx="3" type="subTitle"/>
          </p:nvPr>
        </p:nvSpPr>
        <p:spPr>
          <a:xfrm>
            <a:off x="1892808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110"/>
          <p:cNvSpPr txBox="1"/>
          <p:nvPr>
            <p:ph idx="4" type="subTitle"/>
          </p:nvPr>
        </p:nvSpPr>
        <p:spPr>
          <a:xfrm>
            <a:off x="1892808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110"/>
          <p:cNvSpPr txBox="1"/>
          <p:nvPr>
            <p:ph idx="5" type="subTitle"/>
          </p:nvPr>
        </p:nvSpPr>
        <p:spPr>
          <a:xfrm>
            <a:off x="5980176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110"/>
          <p:cNvSpPr txBox="1"/>
          <p:nvPr>
            <p:ph idx="6" type="subTitle"/>
          </p:nvPr>
        </p:nvSpPr>
        <p:spPr>
          <a:xfrm>
            <a:off x="5980176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110"/>
          <p:cNvSpPr txBox="1"/>
          <p:nvPr>
            <p:ph idx="7" type="subTitle"/>
          </p:nvPr>
        </p:nvSpPr>
        <p:spPr>
          <a:xfrm>
            <a:off x="5980176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110"/>
          <p:cNvSpPr txBox="1"/>
          <p:nvPr>
            <p:ph idx="8" type="subTitle"/>
          </p:nvPr>
        </p:nvSpPr>
        <p:spPr>
          <a:xfrm>
            <a:off x="5980176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11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71" name="Google Shape;1271;p111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2" name="Google Shape;1272;p111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273" name="Google Shape;1273;p11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1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1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1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1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1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1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1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1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1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1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1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1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1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1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1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1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1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1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111"/>
          <p:cNvSpPr txBox="1"/>
          <p:nvPr>
            <p:ph idx="1" type="subTitle"/>
          </p:nvPr>
        </p:nvSpPr>
        <p:spPr>
          <a:xfrm>
            <a:off x="2670048" y="1289304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6" name="Google Shape;1296;p111"/>
          <p:cNvSpPr txBox="1"/>
          <p:nvPr>
            <p:ph idx="2" type="subTitle"/>
          </p:nvPr>
        </p:nvSpPr>
        <p:spPr>
          <a:xfrm>
            <a:off x="1005840" y="1591056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7" name="Google Shape;1297;p111"/>
          <p:cNvSpPr txBox="1"/>
          <p:nvPr>
            <p:ph idx="3" type="subTitle"/>
          </p:nvPr>
        </p:nvSpPr>
        <p:spPr>
          <a:xfrm>
            <a:off x="2670048" y="353872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8" name="Google Shape;1298;p111"/>
          <p:cNvSpPr txBox="1"/>
          <p:nvPr>
            <p:ph idx="4" type="subTitle"/>
          </p:nvPr>
        </p:nvSpPr>
        <p:spPr>
          <a:xfrm>
            <a:off x="1005840" y="3840480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9" name="Google Shape;1299;p111"/>
          <p:cNvSpPr txBox="1"/>
          <p:nvPr>
            <p:ph idx="5" type="subTitle"/>
          </p:nvPr>
        </p:nvSpPr>
        <p:spPr>
          <a:xfrm>
            <a:off x="2670048" y="2414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0" name="Google Shape;1300;p111"/>
          <p:cNvSpPr txBox="1"/>
          <p:nvPr>
            <p:ph idx="6" type="subTitle"/>
          </p:nvPr>
        </p:nvSpPr>
        <p:spPr>
          <a:xfrm>
            <a:off x="1005840" y="2715767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1_2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12"/>
          <p:cNvSpPr txBox="1"/>
          <p:nvPr>
            <p:ph idx="1" type="subTitle"/>
          </p:nvPr>
        </p:nvSpPr>
        <p:spPr>
          <a:xfrm>
            <a:off x="1399032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112"/>
          <p:cNvSpPr txBox="1"/>
          <p:nvPr>
            <p:ph idx="2" type="subTitle"/>
          </p:nvPr>
        </p:nvSpPr>
        <p:spPr>
          <a:xfrm>
            <a:off x="713232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4" name="Google Shape;1304;p112"/>
          <p:cNvSpPr txBox="1"/>
          <p:nvPr>
            <p:ph idx="3" type="subTitle"/>
          </p:nvPr>
        </p:nvSpPr>
        <p:spPr>
          <a:xfrm>
            <a:off x="1399032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5" name="Google Shape;1305;p112"/>
          <p:cNvSpPr txBox="1"/>
          <p:nvPr>
            <p:ph idx="4" type="subTitle"/>
          </p:nvPr>
        </p:nvSpPr>
        <p:spPr>
          <a:xfrm>
            <a:off x="713232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6" name="Google Shape;1306;p112"/>
          <p:cNvSpPr txBox="1"/>
          <p:nvPr>
            <p:ph idx="5" type="subTitle"/>
          </p:nvPr>
        </p:nvSpPr>
        <p:spPr>
          <a:xfrm>
            <a:off x="6263640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7" name="Google Shape;1307;p112"/>
          <p:cNvSpPr txBox="1"/>
          <p:nvPr>
            <p:ph idx="6" type="subTitle"/>
          </p:nvPr>
        </p:nvSpPr>
        <p:spPr>
          <a:xfrm>
            <a:off x="6263640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8" name="Google Shape;1308;p112"/>
          <p:cNvSpPr txBox="1"/>
          <p:nvPr>
            <p:ph idx="7" type="subTitle"/>
          </p:nvPr>
        </p:nvSpPr>
        <p:spPr>
          <a:xfrm>
            <a:off x="6263640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9" name="Google Shape;1309;p112"/>
          <p:cNvSpPr txBox="1"/>
          <p:nvPr>
            <p:ph idx="8" type="subTitle"/>
          </p:nvPr>
        </p:nvSpPr>
        <p:spPr>
          <a:xfrm>
            <a:off x="6263640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0" name="Google Shape;1310;p112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11" name="Google Shape;1311;p11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2" name="Google Shape;1312;p11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313" name="Google Shape;1313;p1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1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1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1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1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1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1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1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1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1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1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1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1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1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1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ONLY_1_1_1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13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37" name="Google Shape;1337;p113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8" name="Google Shape;1338;p113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339" name="Google Shape;1339;p11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1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1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1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1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1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1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1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1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1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1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1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1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1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1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1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1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1" name="Google Shape;1361;p113"/>
          <p:cNvSpPr txBox="1"/>
          <p:nvPr>
            <p:ph idx="1" type="subTitle"/>
          </p:nvPr>
        </p:nvSpPr>
        <p:spPr>
          <a:xfrm>
            <a:off x="2064284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2" name="Google Shape;1362;p113"/>
          <p:cNvSpPr txBox="1"/>
          <p:nvPr>
            <p:ph idx="2" type="subTitle"/>
          </p:nvPr>
        </p:nvSpPr>
        <p:spPr>
          <a:xfrm>
            <a:off x="2064284" y="1591056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3" name="Google Shape;1363;p113"/>
          <p:cNvSpPr txBox="1"/>
          <p:nvPr>
            <p:ph idx="3" type="subTitle"/>
          </p:nvPr>
        </p:nvSpPr>
        <p:spPr>
          <a:xfrm>
            <a:off x="2064284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113"/>
          <p:cNvSpPr txBox="1"/>
          <p:nvPr>
            <p:ph idx="4" type="subTitle"/>
          </p:nvPr>
        </p:nvSpPr>
        <p:spPr>
          <a:xfrm>
            <a:off x="2064272" y="375818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5" name="Google Shape;1365;p113"/>
          <p:cNvSpPr txBox="1"/>
          <p:nvPr>
            <p:ph idx="5" type="subTitle"/>
          </p:nvPr>
        </p:nvSpPr>
        <p:spPr>
          <a:xfrm>
            <a:off x="5833573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13"/>
          <p:cNvSpPr txBox="1"/>
          <p:nvPr>
            <p:ph idx="6" type="subTitle"/>
          </p:nvPr>
        </p:nvSpPr>
        <p:spPr>
          <a:xfrm>
            <a:off x="5833572" y="1591050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7" name="Google Shape;1367;p113"/>
          <p:cNvSpPr txBox="1"/>
          <p:nvPr>
            <p:ph idx="7" type="subTitle"/>
          </p:nvPr>
        </p:nvSpPr>
        <p:spPr>
          <a:xfrm>
            <a:off x="5833573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113"/>
          <p:cNvSpPr txBox="1"/>
          <p:nvPr>
            <p:ph idx="8" type="subTitle"/>
          </p:nvPr>
        </p:nvSpPr>
        <p:spPr>
          <a:xfrm>
            <a:off x="5833572" y="3758175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9" name="Google Shape;1369;p113"/>
          <p:cNvSpPr txBox="1"/>
          <p:nvPr>
            <p:ph idx="9" type="subTitle"/>
          </p:nvPr>
        </p:nvSpPr>
        <p:spPr>
          <a:xfrm>
            <a:off x="2064284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113"/>
          <p:cNvSpPr txBox="1"/>
          <p:nvPr>
            <p:ph idx="13" type="subTitle"/>
          </p:nvPr>
        </p:nvSpPr>
        <p:spPr>
          <a:xfrm>
            <a:off x="2064272" y="266090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1" name="Google Shape;1371;p113"/>
          <p:cNvSpPr txBox="1"/>
          <p:nvPr>
            <p:ph idx="14" type="subTitle"/>
          </p:nvPr>
        </p:nvSpPr>
        <p:spPr>
          <a:xfrm>
            <a:off x="5833573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2" name="Google Shape;1372;p113"/>
          <p:cNvSpPr txBox="1"/>
          <p:nvPr>
            <p:ph idx="15" type="subTitle"/>
          </p:nvPr>
        </p:nvSpPr>
        <p:spPr>
          <a:xfrm>
            <a:off x="5833572" y="2660901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TITLE_ONLY_2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15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375" name="Google Shape;1375;p115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6" name="Google Shape;1376;p115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377" name="Google Shape;1377;p1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1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1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1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1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1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1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1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1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1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1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1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1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1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1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1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1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1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15"/>
          <p:cNvSpPr txBox="1"/>
          <p:nvPr>
            <p:ph idx="1" type="subTitle"/>
          </p:nvPr>
        </p:nvSpPr>
        <p:spPr>
          <a:xfrm>
            <a:off x="88696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15"/>
          <p:cNvSpPr txBox="1"/>
          <p:nvPr>
            <p:ph idx="2" type="subTitle"/>
          </p:nvPr>
        </p:nvSpPr>
        <p:spPr>
          <a:xfrm>
            <a:off x="749808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1" name="Google Shape;1401;p115"/>
          <p:cNvSpPr txBox="1"/>
          <p:nvPr>
            <p:ph idx="3" type="subTitle"/>
          </p:nvPr>
        </p:nvSpPr>
        <p:spPr>
          <a:xfrm>
            <a:off x="7077456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15"/>
          <p:cNvSpPr txBox="1"/>
          <p:nvPr>
            <p:ph idx="4" type="subTitle"/>
          </p:nvPr>
        </p:nvSpPr>
        <p:spPr>
          <a:xfrm>
            <a:off x="6940296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3" name="Google Shape;1403;p115"/>
          <p:cNvSpPr txBox="1"/>
          <p:nvPr>
            <p:ph idx="5" type="subTitle"/>
          </p:nvPr>
        </p:nvSpPr>
        <p:spPr>
          <a:xfrm>
            <a:off x="2950393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4" name="Google Shape;1404;p115"/>
          <p:cNvSpPr txBox="1"/>
          <p:nvPr>
            <p:ph idx="6" type="subTitle"/>
          </p:nvPr>
        </p:nvSpPr>
        <p:spPr>
          <a:xfrm>
            <a:off x="2813304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5" name="Google Shape;1405;p115"/>
          <p:cNvSpPr txBox="1"/>
          <p:nvPr>
            <p:ph idx="7" type="subTitle"/>
          </p:nvPr>
        </p:nvSpPr>
        <p:spPr>
          <a:xfrm>
            <a:off x="501391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6" name="Google Shape;1406;p115"/>
          <p:cNvSpPr txBox="1"/>
          <p:nvPr>
            <p:ph idx="8" type="subTitle"/>
          </p:nvPr>
        </p:nvSpPr>
        <p:spPr>
          <a:xfrm>
            <a:off x="4876800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ONLY_2_1"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16"/>
          <p:cNvSpPr txBox="1"/>
          <p:nvPr>
            <p:ph idx="1" type="subTitle"/>
          </p:nvPr>
        </p:nvSpPr>
        <p:spPr>
          <a:xfrm>
            <a:off x="924358" y="2982025"/>
            <a:ext cx="1717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116"/>
          <p:cNvSpPr txBox="1"/>
          <p:nvPr>
            <p:ph idx="2" type="subTitle"/>
          </p:nvPr>
        </p:nvSpPr>
        <p:spPr>
          <a:xfrm>
            <a:off x="724602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" name="Google Shape;1410;p116"/>
          <p:cNvSpPr txBox="1"/>
          <p:nvPr>
            <p:ph idx="3" type="subTitle"/>
          </p:nvPr>
        </p:nvSpPr>
        <p:spPr>
          <a:xfrm>
            <a:off x="3712963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116"/>
          <p:cNvSpPr txBox="1"/>
          <p:nvPr>
            <p:ph idx="4" type="subTitle"/>
          </p:nvPr>
        </p:nvSpPr>
        <p:spPr>
          <a:xfrm>
            <a:off x="3513298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2" name="Google Shape;1412;p116"/>
          <p:cNvSpPr txBox="1"/>
          <p:nvPr>
            <p:ph idx="5" type="subTitle"/>
          </p:nvPr>
        </p:nvSpPr>
        <p:spPr>
          <a:xfrm>
            <a:off x="6501707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3" name="Google Shape;1413;p116"/>
          <p:cNvSpPr txBox="1"/>
          <p:nvPr>
            <p:ph idx="6" type="subTitle"/>
          </p:nvPr>
        </p:nvSpPr>
        <p:spPr>
          <a:xfrm>
            <a:off x="6302000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4" name="Google Shape;1414;p116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415" name="Google Shape;1415;p11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6" name="Google Shape;1416;p116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417" name="Google Shape;1417;p1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1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1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1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1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1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1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1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1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1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1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1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1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17"/>
          <p:cNvSpPr txBox="1"/>
          <p:nvPr>
            <p:ph hasCustomPrompt="1" type="title"/>
          </p:nvPr>
        </p:nvSpPr>
        <p:spPr>
          <a:xfrm>
            <a:off x="713225" y="2012563"/>
            <a:ext cx="77175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1" name="Google Shape;1441;p117"/>
          <p:cNvSpPr txBox="1"/>
          <p:nvPr>
            <p:ph idx="1" type="subTitle"/>
          </p:nvPr>
        </p:nvSpPr>
        <p:spPr>
          <a:xfrm>
            <a:off x="713225" y="2856738"/>
            <a:ext cx="771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2" name="Google Shape;1442;p117"/>
          <p:cNvGrpSpPr/>
          <p:nvPr/>
        </p:nvGrpSpPr>
        <p:grpSpPr>
          <a:xfrm rot="-5400000">
            <a:off x="665620" y="3611830"/>
            <a:ext cx="877851" cy="2209091"/>
            <a:chOff x="-26858" y="-227337"/>
            <a:chExt cx="1093215" cy="2757917"/>
          </a:xfrm>
        </p:grpSpPr>
        <p:sp>
          <p:nvSpPr>
            <p:cNvPr id="1443" name="Google Shape;1443;p11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1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1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1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1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1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1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1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1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1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5" name="Google Shape;1465;p117"/>
          <p:cNvGrpSpPr/>
          <p:nvPr/>
        </p:nvGrpSpPr>
        <p:grpSpPr>
          <a:xfrm rot="5400000">
            <a:off x="7648034" y="-312722"/>
            <a:ext cx="1209907" cy="1782036"/>
            <a:chOff x="700771" y="-227337"/>
            <a:chExt cx="1458774" cy="2138785"/>
          </a:xfrm>
        </p:grpSpPr>
        <p:sp>
          <p:nvSpPr>
            <p:cNvPr id="1466" name="Google Shape;1466;p11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1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1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1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1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1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1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1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17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1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1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1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1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1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1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18"/>
          <p:cNvSpPr txBox="1"/>
          <p:nvPr>
            <p:ph type="title"/>
          </p:nvPr>
        </p:nvSpPr>
        <p:spPr>
          <a:xfrm>
            <a:off x="3126225" y="1370175"/>
            <a:ext cx="28914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87" name="Google Shape;1487;p118"/>
          <p:cNvSpPr txBox="1"/>
          <p:nvPr>
            <p:ph idx="1" type="subTitle"/>
          </p:nvPr>
        </p:nvSpPr>
        <p:spPr>
          <a:xfrm>
            <a:off x="2033525" y="3073100"/>
            <a:ext cx="5076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8" name="Google Shape;1488;p118"/>
          <p:cNvSpPr/>
          <p:nvPr/>
        </p:nvSpPr>
        <p:spPr>
          <a:xfrm flipH="1" rot="-5400000">
            <a:off x="3915139" y="-129225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118"/>
          <p:cNvSpPr/>
          <p:nvPr/>
        </p:nvSpPr>
        <p:spPr>
          <a:xfrm flipH="1" rot="5400000">
            <a:off x="3915139" y="3746750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118"/>
          <p:cNvSpPr/>
          <p:nvPr/>
        </p:nvSpPr>
        <p:spPr>
          <a:xfrm rot="-5400000">
            <a:off x="4846692" y="771370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118"/>
          <p:cNvSpPr/>
          <p:nvPr/>
        </p:nvSpPr>
        <p:spPr>
          <a:xfrm rot="5400000">
            <a:off x="3995542" y="4059545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3_1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19"/>
          <p:cNvSpPr txBox="1"/>
          <p:nvPr>
            <p:ph type="title"/>
          </p:nvPr>
        </p:nvSpPr>
        <p:spPr>
          <a:xfrm>
            <a:off x="3350875" y="17567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494" name="Google Shape;1494;p119"/>
          <p:cNvSpPr txBox="1"/>
          <p:nvPr>
            <p:ph idx="1" type="subTitle"/>
          </p:nvPr>
        </p:nvSpPr>
        <p:spPr>
          <a:xfrm>
            <a:off x="3350825" y="26009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95" name="Google Shape;1495;p119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1496" name="Google Shape;1496;p11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1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19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19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19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19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19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1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19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19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9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9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9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19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19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19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19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19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19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5" name="Google Shape;1515;p119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516" name="Google Shape;1516;p11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1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1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1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1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1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1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1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1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1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1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1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1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1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3_2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20"/>
          <p:cNvSpPr txBox="1"/>
          <p:nvPr>
            <p:ph type="title"/>
          </p:nvPr>
        </p:nvSpPr>
        <p:spPr>
          <a:xfrm>
            <a:off x="3350875" y="18578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0" name="Google Shape;1540;p120"/>
          <p:cNvSpPr txBox="1"/>
          <p:nvPr>
            <p:ph idx="1" type="subTitle"/>
          </p:nvPr>
        </p:nvSpPr>
        <p:spPr>
          <a:xfrm>
            <a:off x="3350825" y="27020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1" name="Google Shape;1541;p120"/>
          <p:cNvSpPr txBox="1"/>
          <p:nvPr>
            <p:ph idx="2" type="title"/>
          </p:nvPr>
        </p:nvSpPr>
        <p:spPr>
          <a:xfrm>
            <a:off x="846400" y="2818825"/>
            <a:ext cx="14160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2" name="Google Shape;1542;p120"/>
          <p:cNvSpPr txBox="1"/>
          <p:nvPr>
            <p:ph idx="3" type="subTitle"/>
          </p:nvPr>
        </p:nvSpPr>
        <p:spPr>
          <a:xfrm>
            <a:off x="846400" y="3364175"/>
            <a:ext cx="1416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20"/>
          <p:cNvSpPr txBox="1"/>
          <p:nvPr>
            <p:ph idx="4" type="title"/>
          </p:nvPr>
        </p:nvSpPr>
        <p:spPr>
          <a:xfrm>
            <a:off x="6878425" y="1110850"/>
            <a:ext cx="1417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44" name="Google Shape;1544;p120"/>
          <p:cNvSpPr txBox="1"/>
          <p:nvPr>
            <p:ph idx="5" type="subTitle"/>
          </p:nvPr>
        </p:nvSpPr>
        <p:spPr>
          <a:xfrm>
            <a:off x="6878428" y="1646460"/>
            <a:ext cx="1417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5" name="Google Shape;1545;p120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546" name="Google Shape;1546;p12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2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2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2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2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2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2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2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2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2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2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2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2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2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2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2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2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2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2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8" name="Google Shape;1568;p120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1569" name="Google Shape;1569;p12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2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20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20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20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20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20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20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20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20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20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20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20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20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20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20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20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20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20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21"/>
          <p:cNvSpPr txBox="1"/>
          <p:nvPr>
            <p:ph type="title"/>
          </p:nvPr>
        </p:nvSpPr>
        <p:spPr>
          <a:xfrm>
            <a:off x="2345175" y="209105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0" name="Google Shape;1590;p121"/>
          <p:cNvSpPr txBox="1"/>
          <p:nvPr>
            <p:ph idx="1" type="subTitle"/>
          </p:nvPr>
        </p:nvSpPr>
        <p:spPr>
          <a:xfrm>
            <a:off x="2345175" y="278282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1" name="Google Shape;1591;p121"/>
          <p:cNvSpPr txBox="1"/>
          <p:nvPr>
            <p:ph idx="2" type="title"/>
          </p:nvPr>
        </p:nvSpPr>
        <p:spPr>
          <a:xfrm>
            <a:off x="2345175" y="36426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2" name="Google Shape;1592;p121"/>
          <p:cNvSpPr txBox="1"/>
          <p:nvPr>
            <p:ph idx="3" type="subTitle"/>
          </p:nvPr>
        </p:nvSpPr>
        <p:spPr>
          <a:xfrm>
            <a:off x="2345175" y="43343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3" name="Google Shape;1593;p121"/>
          <p:cNvSpPr txBox="1"/>
          <p:nvPr>
            <p:ph idx="4" type="title"/>
          </p:nvPr>
        </p:nvSpPr>
        <p:spPr>
          <a:xfrm>
            <a:off x="2345175" y="5395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594" name="Google Shape;1594;p121"/>
          <p:cNvSpPr txBox="1"/>
          <p:nvPr>
            <p:ph idx="5" type="subTitle"/>
          </p:nvPr>
        </p:nvSpPr>
        <p:spPr>
          <a:xfrm>
            <a:off x="2345175" y="12312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95" name="Google Shape;1595;p121"/>
          <p:cNvGrpSpPr/>
          <p:nvPr/>
        </p:nvGrpSpPr>
        <p:grpSpPr>
          <a:xfrm rot="-5400000">
            <a:off x="286059" y="3717553"/>
            <a:ext cx="1209907" cy="1782036"/>
            <a:chOff x="700771" y="-227337"/>
            <a:chExt cx="1458774" cy="2138785"/>
          </a:xfrm>
        </p:grpSpPr>
        <p:sp>
          <p:nvSpPr>
            <p:cNvPr id="1596" name="Google Shape;1596;p12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2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2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2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2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2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2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2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21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2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2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2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2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2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2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2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5" name="Google Shape;1615;p121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1616" name="Google Shape;1616;p12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2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2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2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2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2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2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2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2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2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2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2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2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2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2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2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2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2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2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1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22"/>
          <p:cNvSpPr txBox="1"/>
          <p:nvPr>
            <p:ph type="title"/>
          </p:nvPr>
        </p:nvSpPr>
        <p:spPr>
          <a:xfrm>
            <a:off x="713225" y="2947500"/>
            <a:ext cx="385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0" name="Google Shape;1640;p122"/>
          <p:cNvSpPr txBox="1"/>
          <p:nvPr>
            <p:ph idx="1" type="subTitle"/>
          </p:nvPr>
        </p:nvSpPr>
        <p:spPr>
          <a:xfrm>
            <a:off x="713225" y="3712464"/>
            <a:ext cx="3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1" name="Google Shape;1641;p122"/>
          <p:cNvSpPr txBox="1"/>
          <p:nvPr>
            <p:ph idx="2" type="title"/>
          </p:nvPr>
        </p:nvSpPr>
        <p:spPr>
          <a:xfrm>
            <a:off x="4572175" y="1389175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2" name="Google Shape;1642;p122"/>
          <p:cNvSpPr txBox="1"/>
          <p:nvPr>
            <p:ph idx="3" type="subTitle"/>
          </p:nvPr>
        </p:nvSpPr>
        <p:spPr>
          <a:xfrm>
            <a:off x="4572000" y="2157175"/>
            <a:ext cx="385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122"/>
          <p:cNvSpPr txBox="1"/>
          <p:nvPr>
            <p:ph idx="4" type="title"/>
          </p:nvPr>
        </p:nvSpPr>
        <p:spPr>
          <a:xfrm>
            <a:off x="713225" y="1389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4" name="Google Shape;1644;p122"/>
          <p:cNvSpPr txBox="1"/>
          <p:nvPr>
            <p:ph idx="5" type="subTitle"/>
          </p:nvPr>
        </p:nvSpPr>
        <p:spPr>
          <a:xfrm>
            <a:off x="713225" y="2157175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122"/>
          <p:cNvSpPr txBox="1"/>
          <p:nvPr>
            <p:ph idx="6" type="title"/>
          </p:nvPr>
        </p:nvSpPr>
        <p:spPr>
          <a:xfrm>
            <a:off x="4572175" y="2945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46" name="Google Shape;1646;p122"/>
          <p:cNvSpPr txBox="1"/>
          <p:nvPr>
            <p:ph idx="7" type="subTitle"/>
          </p:nvPr>
        </p:nvSpPr>
        <p:spPr>
          <a:xfrm>
            <a:off x="4572175" y="3713200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7" name="Google Shape;1647;p122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48" name="Google Shape;1648;p12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2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2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2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2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2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2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2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2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2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2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2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2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2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2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2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2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2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2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23"/>
          <p:cNvSpPr txBox="1"/>
          <p:nvPr>
            <p:ph type="title"/>
          </p:nvPr>
        </p:nvSpPr>
        <p:spPr>
          <a:xfrm>
            <a:off x="5355638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2" name="Google Shape;1672;p123"/>
          <p:cNvSpPr txBox="1"/>
          <p:nvPr>
            <p:ph idx="1" type="subTitle"/>
          </p:nvPr>
        </p:nvSpPr>
        <p:spPr>
          <a:xfrm>
            <a:off x="5355638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73" name="Google Shape;1673;p123"/>
          <p:cNvCxnSpPr/>
          <p:nvPr/>
        </p:nvCxnSpPr>
        <p:spPr>
          <a:xfrm>
            <a:off x="5360975" y="2502600"/>
            <a:ext cx="3783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4" name="Google Shape;1674;p12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675" name="Google Shape;1675;p12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2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2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2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2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2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2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2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2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2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2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2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2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2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2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2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2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2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2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24"/>
          <p:cNvSpPr txBox="1"/>
          <p:nvPr>
            <p:ph type="title"/>
          </p:nvPr>
        </p:nvSpPr>
        <p:spPr>
          <a:xfrm flipH="1">
            <a:off x="1342550" y="1770450"/>
            <a:ext cx="2944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9" name="Google Shape;1699;p124"/>
          <p:cNvSpPr txBox="1"/>
          <p:nvPr>
            <p:ph idx="1" type="subTitle"/>
          </p:nvPr>
        </p:nvSpPr>
        <p:spPr>
          <a:xfrm flipH="1">
            <a:off x="1342550" y="2387550"/>
            <a:ext cx="29445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0" name="Google Shape;1700;p124"/>
          <p:cNvGrpSpPr/>
          <p:nvPr/>
        </p:nvGrpSpPr>
        <p:grpSpPr>
          <a:xfrm rot="5400000">
            <a:off x="7613820" y="-665620"/>
            <a:ext cx="877851" cy="2209091"/>
            <a:chOff x="-26858" y="-227337"/>
            <a:chExt cx="1093215" cy="2757917"/>
          </a:xfrm>
        </p:grpSpPr>
        <p:sp>
          <p:nvSpPr>
            <p:cNvPr id="1701" name="Google Shape;1701;p12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2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2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2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2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2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2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2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2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2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2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2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2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2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2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2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2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2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2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25"/>
          <p:cNvSpPr txBox="1"/>
          <p:nvPr>
            <p:ph type="title"/>
          </p:nvPr>
        </p:nvSpPr>
        <p:spPr>
          <a:xfrm flipH="1">
            <a:off x="1859026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5" name="Google Shape;1725;p125"/>
          <p:cNvSpPr txBox="1"/>
          <p:nvPr>
            <p:ph idx="1" type="subTitle"/>
          </p:nvPr>
        </p:nvSpPr>
        <p:spPr>
          <a:xfrm flipH="1">
            <a:off x="1859026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26" name="Google Shape;1726;p125"/>
          <p:cNvCxnSpPr/>
          <p:nvPr/>
        </p:nvCxnSpPr>
        <p:spPr>
          <a:xfrm rot="10800000">
            <a:off x="125" y="2502600"/>
            <a:ext cx="4867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7" name="Google Shape;1727;p125"/>
          <p:cNvGrpSpPr/>
          <p:nvPr/>
        </p:nvGrpSpPr>
        <p:grpSpPr>
          <a:xfrm rot="-5400000">
            <a:off x="665615" y="3611830"/>
            <a:ext cx="877851" cy="2209091"/>
            <a:chOff x="-26858" y="-227337"/>
            <a:chExt cx="1093215" cy="2757917"/>
          </a:xfrm>
        </p:grpSpPr>
        <p:sp>
          <p:nvSpPr>
            <p:cNvPr id="1728" name="Google Shape;1728;p1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2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2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2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2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2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2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2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2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2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2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2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2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2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26"/>
          <p:cNvSpPr txBox="1"/>
          <p:nvPr>
            <p:ph type="ctrTitle"/>
          </p:nvPr>
        </p:nvSpPr>
        <p:spPr>
          <a:xfrm>
            <a:off x="2769125" y="539500"/>
            <a:ext cx="36057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52" name="Google Shape;1752;p126"/>
          <p:cNvSpPr txBox="1"/>
          <p:nvPr>
            <p:ph idx="1" type="subTitle"/>
          </p:nvPr>
        </p:nvSpPr>
        <p:spPr>
          <a:xfrm>
            <a:off x="2725300" y="1609975"/>
            <a:ext cx="3693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3" name="Google Shape;1753;p126"/>
          <p:cNvSpPr txBox="1"/>
          <p:nvPr/>
        </p:nvSpPr>
        <p:spPr>
          <a:xfrm>
            <a:off x="3023550" y="3354600"/>
            <a:ext cx="3096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754" name="Google Shape;1754;p126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1755" name="Google Shape;1755;p12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2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2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2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2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2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2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2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2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2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2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2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2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2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2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2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2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2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2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2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2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2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2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2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2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2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2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2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2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2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2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2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2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2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2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2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2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2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2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2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2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9" name="Google Shape;1799;p126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1800" name="Google Shape;1800;p12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2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2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2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2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2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2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2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2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2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2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2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2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2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2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2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2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2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2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2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2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2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2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2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2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2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2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2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26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2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2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2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2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2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2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2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2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solidFill>
          <a:schemeClr val="lt1"/>
        </a:solidFill>
      </p:bgPr>
    </p:bg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2" name="Google Shape;1842;p132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1843" name="Google Shape;1843;p132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32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32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32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32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32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32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32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32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32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32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32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32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32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32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32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32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32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32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32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32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32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32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32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32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32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32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32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32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32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32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32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32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32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32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32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32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32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32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32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32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7" name="Google Shape;1887;p132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1888" name="Google Shape;1888;p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3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3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3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3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3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3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3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3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3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3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3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3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3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3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3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3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3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3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3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3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32"/>
            <p:cNvSpPr/>
            <p:nvPr/>
          </p:nvSpPr>
          <p:spPr>
            <a:xfrm rot="10800000">
              <a:off x="1683717" y="1776934"/>
              <a:ext cx="115543" cy="134514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3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3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3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3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3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3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3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3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">
    <p:bg>
      <p:bgPr>
        <a:solidFill>
          <a:schemeClr val="lt1"/>
        </a:solidFill>
      </p:bgPr>
    </p:bg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9" name="Google Shape;1929;p133"/>
          <p:cNvGrpSpPr/>
          <p:nvPr/>
        </p:nvGrpSpPr>
        <p:grpSpPr>
          <a:xfrm flipH="1" rot="5400000">
            <a:off x="7613820" y="3611830"/>
            <a:ext cx="877851" cy="2209091"/>
            <a:chOff x="-26858" y="-227337"/>
            <a:chExt cx="1093215" cy="2757917"/>
          </a:xfrm>
        </p:grpSpPr>
        <p:sp>
          <p:nvSpPr>
            <p:cNvPr id="1930" name="Google Shape;1930;p1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3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3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3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3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3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3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3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3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3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3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3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3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3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1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13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3ee677347c5_0_3913"/>
          <p:cNvSpPr txBox="1"/>
          <p:nvPr>
            <p:ph type="ctrTitle"/>
          </p:nvPr>
        </p:nvSpPr>
        <p:spPr>
          <a:xfrm>
            <a:off x="2194950" y="1243575"/>
            <a:ext cx="47463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57" name="Google Shape;1957;g3ee677347c5_0_3913"/>
          <p:cNvSpPr txBox="1"/>
          <p:nvPr>
            <p:ph idx="1" type="subTitle"/>
          </p:nvPr>
        </p:nvSpPr>
        <p:spPr>
          <a:xfrm>
            <a:off x="2925950" y="3296175"/>
            <a:ext cx="329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3ee677347c5_0_3916"/>
          <p:cNvSpPr txBox="1"/>
          <p:nvPr>
            <p:ph type="ctrTitle"/>
          </p:nvPr>
        </p:nvSpPr>
        <p:spPr>
          <a:xfrm flipH="1">
            <a:off x="770725" y="468450"/>
            <a:ext cx="4463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60" name="Google Shape;1960;g3ee677347c5_0_391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1" name="Google Shape;1961;g3ee677347c5_0_3916"/>
          <p:cNvSpPr txBox="1"/>
          <p:nvPr>
            <p:ph idx="1" type="subTitle"/>
          </p:nvPr>
        </p:nvSpPr>
        <p:spPr>
          <a:xfrm>
            <a:off x="770700" y="1216175"/>
            <a:ext cx="76626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romanLcPeriod"/>
              <a:defRPr sz="10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rabicPeriod"/>
              <a:defRPr sz="10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AutoNum type="alphaLcPeriod"/>
              <a:defRPr sz="10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AutoNum type="romanLcPeriod"/>
              <a:defRPr sz="1000"/>
            </a:lvl9pPr>
          </a:lstStyle>
          <a:p/>
        </p:txBody>
      </p:sp>
      <p:grpSp>
        <p:nvGrpSpPr>
          <p:cNvPr id="1962" name="Google Shape;1962;g3ee677347c5_0_391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1963" name="Google Shape;1963;g3ee677347c5_0_39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g3ee677347c5_0_391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g3ee677347c5_0_391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g3ee677347c5_0_391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g3ee677347c5_0_391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g3ee677347c5_0_39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g3ee677347c5_0_391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g3ee677347c5_0_391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g3ee677347c5_0_391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g3ee677347c5_0_391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g3ee677347c5_0_391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g3ee677347c5_0_391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g3ee677347c5_0_391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g3ee677347c5_0_391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g3ee677347c5_0_391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g3ee677347c5_0_391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g3ee677347c5_0_391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g3ee677347c5_0_391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g3ee677347c5_0_391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3ee677347c5_0_3943"/>
          <p:cNvSpPr txBox="1"/>
          <p:nvPr>
            <p:ph type="ctrTitle"/>
          </p:nvPr>
        </p:nvSpPr>
        <p:spPr>
          <a:xfrm>
            <a:off x="4155425" y="19669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87" name="Google Shape;1987;g3ee677347c5_0_3943"/>
          <p:cNvSpPr txBox="1"/>
          <p:nvPr>
            <p:ph idx="2" type="title"/>
          </p:nvPr>
        </p:nvSpPr>
        <p:spPr>
          <a:xfrm>
            <a:off x="2319727" y="19668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88" name="Google Shape;1988;g3ee677347c5_0_3943"/>
          <p:cNvSpPr txBox="1"/>
          <p:nvPr>
            <p:ph idx="3" type="ctrTitle"/>
          </p:nvPr>
        </p:nvSpPr>
        <p:spPr>
          <a:xfrm>
            <a:off x="4155425" y="26321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89" name="Google Shape;1989;g3ee677347c5_0_3943"/>
          <p:cNvSpPr txBox="1"/>
          <p:nvPr>
            <p:ph idx="4" type="title"/>
          </p:nvPr>
        </p:nvSpPr>
        <p:spPr>
          <a:xfrm>
            <a:off x="2319727" y="26321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90" name="Google Shape;1990;g3ee677347c5_0_3943"/>
          <p:cNvSpPr txBox="1"/>
          <p:nvPr>
            <p:ph idx="5" type="ctrTitle"/>
          </p:nvPr>
        </p:nvSpPr>
        <p:spPr>
          <a:xfrm>
            <a:off x="4155425" y="329740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91" name="Google Shape;1991;g3ee677347c5_0_3943"/>
          <p:cNvSpPr txBox="1"/>
          <p:nvPr>
            <p:ph idx="6" type="title"/>
          </p:nvPr>
        </p:nvSpPr>
        <p:spPr>
          <a:xfrm>
            <a:off x="2319727" y="329738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92" name="Google Shape;1992;g3ee677347c5_0_3943"/>
          <p:cNvSpPr txBox="1"/>
          <p:nvPr>
            <p:ph idx="7" type="ctrTitle"/>
          </p:nvPr>
        </p:nvSpPr>
        <p:spPr>
          <a:xfrm>
            <a:off x="4155425" y="3962650"/>
            <a:ext cx="42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93" name="Google Shape;1993;g3ee677347c5_0_3943"/>
          <p:cNvSpPr txBox="1"/>
          <p:nvPr>
            <p:ph idx="8" type="title"/>
          </p:nvPr>
        </p:nvSpPr>
        <p:spPr>
          <a:xfrm>
            <a:off x="2319727" y="3962638"/>
            <a:ext cx="146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994" name="Google Shape;1994;g3ee677347c5_0_3943"/>
          <p:cNvSpPr txBox="1"/>
          <p:nvPr>
            <p:ph idx="9" type="ctrTitle"/>
          </p:nvPr>
        </p:nvSpPr>
        <p:spPr>
          <a:xfrm>
            <a:off x="4155425" y="1184800"/>
            <a:ext cx="3888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Barlow Condensed"/>
              <a:buNone/>
              <a:defRPr sz="36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grpSp>
        <p:nvGrpSpPr>
          <p:cNvPr id="1995" name="Google Shape;1995;g3ee677347c5_0_3943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1996" name="Google Shape;1996;g3ee677347c5_0_39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g3ee677347c5_0_39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g3ee677347c5_0_394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g3ee677347c5_0_394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g3ee677347c5_0_394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g3ee677347c5_0_394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g3ee677347c5_0_394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g3ee677347c5_0_39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g3ee677347c5_0_394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g3ee677347c5_0_394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g3ee677347c5_0_3943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g3ee677347c5_0_394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g3ee677347c5_0_394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g3ee677347c5_0_394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g3ee677347c5_0_394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g3ee677347c5_0_394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g3ee677347c5_0_394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g3ee677347c5_0_394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g3ee677347c5_0_394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5" name="Google Shape;2015;g3ee677347c5_0_3943"/>
          <p:cNvGrpSpPr/>
          <p:nvPr/>
        </p:nvGrpSpPr>
        <p:grpSpPr>
          <a:xfrm rot="5400000">
            <a:off x="7613820" y="-692278"/>
            <a:ext cx="877852" cy="2209092"/>
            <a:chOff x="-26858" y="-227337"/>
            <a:chExt cx="1093215" cy="2757917"/>
          </a:xfrm>
        </p:grpSpPr>
        <p:sp>
          <p:nvSpPr>
            <p:cNvPr id="2016" name="Google Shape;2016;g3ee677347c5_0_39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g3ee677347c5_0_394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g3ee677347c5_0_394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g3ee677347c5_0_394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g3ee677347c5_0_394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g3ee677347c5_0_39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g3ee677347c5_0_39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g3ee677347c5_0_394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g3ee677347c5_0_394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g3ee677347c5_0_39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g3ee677347c5_0_394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g3ee677347c5_0_394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g3ee677347c5_0_394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g3ee677347c5_0_394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g3ee677347c5_0_394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g3ee677347c5_0_394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g3ee677347c5_0_39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g3ee677347c5_0_39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g3ee677347c5_0_394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1_1_1"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ee677347c5_0_3996"/>
          <p:cNvSpPr txBox="1"/>
          <p:nvPr>
            <p:ph type="ctrTitle"/>
          </p:nvPr>
        </p:nvSpPr>
        <p:spPr>
          <a:xfrm>
            <a:off x="21398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40" name="Google Shape;2040;g3ee677347c5_0_3996"/>
          <p:cNvSpPr txBox="1"/>
          <p:nvPr>
            <p:ph idx="2" type="title"/>
          </p:nvPr>
        </p:nvSpPr>
        <p:spPr>
          <a:xfrm>
            <a:off x="8139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41" name="Google Shape;2041;g3ee677347c5_0_3996"/>
          <p:cNvSpPr txBox="1"/>
          <p:nvPr>
            <p:ph idx="1" type="subTitle"/>
          </p:nvPr>
        </p:nvSpPr>
        <p:spPr>
          <a:xfrm>
            <a:off x="21398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2" name="Google Shape;2042;g3ee677347c5_0_3996"/>
          <p:cNvSpPr txBox="1"/>
          <p:nvPr>
            <p:ph idx="3" type="ctrTitle"/>
          </p:nvPr>
        </p:nvSpPr>
        <p:spPr>
          <a:xfrm>
            <a:off x="4572000" y="468450"/>
            <a:ext cx="3790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9pPr>
          </a:lstStyle>
          <a:p/>
        </p:txBody>
      </p:sp>
      <p:cxnSp>
        <p:nvCxnSpPr>
          <p:cNvPr id="2043" name="Google Shape;2043;g3ee677347c5_0_3996"/>
          <p:cNvCxnSpPr/>
          <p:nvPr/>
        </p:nvCxnSpPr>
        <p:spPr>
          <a:xfrm>
            <a:off x="8634675" y="-1279600"/>
            <a:ext cx="0" cy="228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44" name="Google Shape;2044;g3ee677347c5_0_3996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2045" name="Google Shape;2045;g3ee677347c5_0_39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g3ee677347c5_0_399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g3ee677347c5_0_399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g3ee677347c5_0_399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g3ee677347c5_0_399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g3ee677347c5_0_39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g3ee677347c5_0_399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g3ee677347c5_0_399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g3ee677347c5_0_399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g3ee677347c5_0_399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g3ee677347c5_0_399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g3ee677347c5_0_399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g3ee677347c5_0_399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g3ee677347c5_0_399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g3ee677347c5_0_399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g3ee677347c5_0_399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g3ee677347c5_0_399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g3ee677347c5_0_399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g3ee677347c5_0_399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7" name="Google Shape;2067;g3ee677347c5_0_3996"/>
          <p:cNvSpPr txBox="1"/>
          <p:nvPr>
            <p:ph idx="4" type="ctrTitle"/>
          </p:nvPr>
        </p:nvSpPr>
        <p:spPr>
          <a:xfrm>
            <a:off x="5998758" y="1377824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68" name="Google Shape;2068;g3ee677347c5_0_3996"/>
          <p:cNvSpPr txBox="1"/>
          <p:nvPr>
            <p:ph idx="5" type="title"/>
          </p:nvPr>
        </p:nvSpPr>
        <p:spPr>
          <a:xfrm>
            <a:off x="4672800" y="1424244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69" name="Google Shape;2069;g3ee677347c5_0_3996"/>
          <p:cNvSpPr txBox="1"/>
          <p:nvPr>
            <p:ph idx="6" type="subTitle"/>
          </p:nvPr>
        </p:nvSpPr>
        <p:spPr>
          <a:xfrm>
            <a:off x="5998758" y="1729862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0" name="Google Shape;2070;g3ee677347c5_0_3996"/>
          <p:cNvSpPr txBox="1"/>
          <p:nvPr>
            <p:ph idx="7" type="ctrTitle"/>
          </p:nvPr>
        </p:nvSpPr>
        <p:spPr>
          <a:xfrm>
            <a:off x="21398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71" name="Google Shape;2071;g3ee677347c5_0_3996"/>
          <p:cNvSpPr txBox="1"/>
          <p:nvPr>
            <p:ph idx="8" type="title"/>
          </p:nvPr>
        </p:nvSpPr>
        <p:spPr>
          <a:xfrm>
            <a:off x="8139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72" name="Google Shape;2072;g3ee677347c5_0_3996"/>
          <p:cNvSpPr txBox="1"/>
          <p:nvPr>
            <p:ph idx="9" type="subTitle"/>
          </p:nvPr>
        </p:nvSpPr>
        <p:spPr>
          <a:xfrm>
            <a:off x="21398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3" name="Google Shape;2073;g3ee677347c5_0_3996"/>
          <p:cNvSpPr txBox="1"/>
          <p:nvPr>
            <p:ph idx="13" type="ctrTitle"/>
          </p:nvPr>
        </p:nvSpPr>
        <p:spPr>
          <a:xfrm>
            <a:off x="5998758" y="3122063"/>
            <a:ext cx="1837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/>
        </p:txBody>
      </p:sp>
      <p:sp>
        <p:nvSpPr>
          <p:cNvPr id="2074" name="Google Shape;2074;g3ee677347c5_0_3996"/>
          <p:cNvSpPr txBox="1"/>
          <p:nvPr>
            <p:ph idx="14" type="title"/>
          </p:nvPr>
        </p:nvSpPr>
        <p:spPr>
          <a:xfrm>
            <a:off x="4672800" y="3168483"/>
            <a:ext cx="1161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75" name="Google Shape;2075;g3ee677347c5_0_3996"/>
          <p:cNvSpPr txBox="1"/>
          <p:nvPr>
            <p:ph idx="15" type="subTitle"/>
          </p:nvPr>
        </p:nvSpPr>
        <p:spPr>
          <a:xfrm>
            <a:off x="5998758" y="3474101"/>
            <a:ext cx="2331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1"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3ee677347c5_0_4034"/>
          <p:cNvSpPr txBox="1"/>
          <p:nvPr>
            <p:ph type="ctrTitle"/>
          </p:nvPr>
        </p:nvSpPr>
        <p:spPr>
          <a:xfrm>
            <a:off x="72172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78" name="Google Shape;2078;g3ee677347c5_0_4034"/>
          <p:cNvSpPr txBox="1"/>
          <p:nvPr>
            <p:ph idx="2" type="title"/>
          </p:nvPr>
        </p:nvSpPr>
        <p:spPr>
          <a:xfrm>
            <a:off x="7217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79" name="Google Shape;2079;g3ee677347c5_0_4034"/>
          <p:cNvSpPr txBox="1"/>
          <p:nvPr>
            <p:ph idx="3" type="ctrTitle"/>
          </p:nvPr>
        </p:nvSpPr>
        <p:spPr>
          <a:xfrm>
            <a:off x="2675306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0" name="Google Shape;2080;g3ee677347c5_0_4034"/>
          <p:cNvSpPr txBox="1"/>
          <p:nvPr>
            <p:ph idx="4" type="title"/>
          </p:nvPr>
        </p:nvSpPr>
        <p:spPr>
          <a:xfrm>
            <a:off x="26759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81" name="Google Shape;2081;g3ee677347c5_0_4034"/>
          <p:cNvSpPr txBox="1"/>
          <p:nvPr>
            <p:ph idx="5" type="ctrTitle"/>
          </p:nvPr>
        </p:nvSpPr>
        <p:spPr>
          <a:xfrm>
            <a:off x="4632122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2" name="Google Shape;2082;g3ee677347c5_0_4034"/>
          <p:cNvSpPr txBox="1"/>
          <p:nvPr>
            <p:ph idx="6" type="title"/>
          </p:nvPr>
        </p:nvSpPr>
        <p:spPr>
          <a:xfrm>
            <a:off x="463022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83" name="Google Shape;2083;g3ee677347c5_0_4034"/>
          <p:cNvSpPr txBox="1"/>
          <p:nvPr>
            <p:ph idx="7" type="ctrTitle"/>
          </p:nvPr>
        </p:nvSpPr>
        <p:spPr>
          <a:xfrm>
            <a:off x="6584480" y="2637450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4" name="Google Shape;2084;g3ee677347c5_0_4034"/>
          <p:cNvSpPr txBox="1"/>
          <p:nvPr>
            <p:ph idx="8" type="title"/>
          </p:nvPr>
        </p:nvSpPr>
        <p:spPr>
          <a:xfrm>
            <a:off x="6584470" y="1692675"/>
            <a:ext cx="1837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085" name="Google Shape;2085;g3ee677347c5_0_4034"/>
          <p:cNvSpPr txBox="1"/>
          <p:nvPr>
            <p:ph idx="1" type="subTitle"/>
          </p:nvPr>
        </p:nvSpPr>
        <p:spPr>
          <a:xfrm>
            <a:off x="72367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6" name="Google Shape;2086;g3ee677347c5_0_4034"/>
          <p:cNvSpPr txBox="1"/>
          <p:nvPr>
            <p:ph idx="9" type="subTitle"/>
          </p:nvPr>
        </p:nvSpPr>
        <p:spPr>
          <a:xfrm>
            <a:off x="6586420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7" name="Google Shape;2087;g3ee677347c5_0_4034"/>
          <p:cNvSpPr txBox="1"/>
          <p:nvPr>
            <p:ph idx="13" type="subTitle"/>
          </p:nvPr>
        </p:nvSpPr>
        <p:spPr>
          <a:xfrm>
            <a:off x="4634726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8" name="Google Shape;2088;g3ee677347c5_0_4034"/>
          <p:cNvSpPr txBox="1"/>
          <p:nvPr>
            <p:ph idx="14" type="subTitle"/>
          </p:nvPr>
        </p:nvSpPr>
        <p:spPr>
          <a:xfrm>
            <a:off x="2678591" y="3082235"/>
            <a:ext cx="1833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89" name="Google Shape;2089;g3ee677347c5_0_4034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090" name="Google Shape;2090;g3ee677347c5_0_403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g3ee677347c5_0_403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g3ee677347c5_0_403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g3ee677347c5_0_403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g3ee677347c5_0_403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g3ee677347c5_0_403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g3ee677347c5_0_403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g3ee677347c5_0_403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g3ee677347c5_0_403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g3ee677347c5_0_403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g3ee677347c5_0_4034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g3ee677347c5_0_403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g3ee677347c5_0_403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g3ee677347c5_0_403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g3ee677347c5_0_403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g3ee677347c5_0_403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g3ee677347c5_0_403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g3ee677347c5_0_403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g3ee677347c5_0_403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9" name="Google Shape;2109;g3ee677347c5_0_4034"/>
          <p:cNvGrpSpPr/>
          <p:nvPr/>
        </p:nvGrpSpPr>
        <p:grpSpPr>
          <a:xfrm rot="5400000">
            <a:off x="7613820" y="-692278"/>
            <a:ext cx="877852" cy="2209092"/>
            <a:chOff x="-26858" y="-227337"/>
            <a:chExt cx="1093215" cy="2757917"/>
          </a:xfrm>
        </p:grpSpPr>
        <p:sp>
          <p:nvSpPr>
            <p:cNvPr id="2110" name="Google Shape;2110;g3ee677347c5_0_403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g3ee677347c5_0_403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g3ee677347c5_0_403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g3ee677347c5_0_403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g3ee677347c5_0_403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g3ee677347c5_0_403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g3ee677347c5_0_403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g3ee677347c5_0_403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g3ee677347c5_0_403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g3ee677347c5_0_403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g3ee677347c5_0_403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g3ee677347c5_0_403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g3ee677347c5_0_403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g3ee677347c5_0_403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g3ee677347c5_0_403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g3ee677347c5_0_403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g3ee677347c5_0_403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g3ee677347c5_0_403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g3ee677347c5_0_403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3">
  <p:cSld name="CUSTOM_1_1_1_1"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3ee677347c5_0_4090"/>
          <p:cNvSpPr txBox="1"/>
          <p:nvPr>
            <p:ph type="ctrTitle"/>
          </p:nvPr>
        </p:nvSpPr>
        <p:spPr>
          <a:xfrm>
            <a:off x="893040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34" name="Google Shape;2134;g3ee677347c5_0_4090"/>
          <p:cNvSpPr txBox="1"/>
          <p:nvPr>
            <p:ph idx="2" type="title"/>
          </p:nvPr>
        </p:nvSpPr>
        <p:spPr>
          <a:xfrm>
            <a:off x="893104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6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35" name="Google Shape;2135;g3ee677347c5_0_4090"/>
          <p:cNvSpPr txBox="1"/>
          <p:nvPr>
            <p:ph idx="3" type="ctrTitle"/>
          </p:nvPr>
        </p:nvSpPr>
        <p:spPr>
          <a:xfrm>
            <a:off x="3398867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36" name="Google Shape;2136;g3ee677347c5_0_4090"/>
          <p:cNvSpPr txBox="1"/>
          <p:nvPr>
            <p:ph idx="4" type="title"/>
          </p:nvPr>
        </p:nvSpPr>
        <p:spPr>
          <a:xfrm>
            <a:off x="3398905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37" name="Google Shape;2137;g3ee677347c5_0_4090"/>
          <p:cNvSpPr txBox="1"/>
          <p:nvPr>
            <p:ph idx="5" type="ctrTitle"/>
          </p:nvPr>
        </p:nvSpPr>
        <p:spPr>
          <a:xfrm>
            <a:off x="889725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38" name="Google Shape;2138;g3ee677347c5_0_4090"/>
          <p:cNvSpPr txBox="1"/>
          <p:nvPr>
            <p:ph idx="6" type="title"/>
          </p:nvPr>
        </p:nvSpPr>
        <p:spPr>
          <a:xfrm>
            <a:off x="889737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39" name="Google Shape;2139;g3ee677347c5_0_4090"/>
          <p:cNvSpPr txBox="1"/>
          <p:nvPr>
            <p:ph idx="7" type="ctrTitle"/>
          </p:nvPr>
        </p:nvSpPr>
        <p:spPr>
          <a:xfrm>
            <a:off x="3395552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0" name="Google Shape;2140;g3ee677347c5_0_4090"/>
          <p:cNvSpPr txBox="1"/>
          <p:nvPr>
            <p:ph idx="8" type="title"/>
          </p:nvPr>
        </p:nvSpPr>
        <p:spPr>
          <a:xfrm>
            <a:off x="3395538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41" name="Google Shape;2141;g3ee677347c5_0_4090"/>
          <p:cNvSpPr txBox="1"/>
          <p:nvPr>
            <p:ph idx="1" type="subTitle"/>
          </p:nvPr>
        </p:nvSpPr>
        <p:spPr>
          <a:xfrm>
            <a:off x="898154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2" name="Google Shape;2142;g3ee677347c5_0_4090"/>
          <p:cNvSpPr txBox="1"/>
          <p:nvPr>
            <p:ph idx="9" type="subTitle"/>
          </p:nvPr>
        </p:nvSpPr>
        <p:spPr>
          <a:xfrm>
            <a:off x="3398031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3" name="Google Shape;2143;g3ee677347c5_0_4090"/>
          <p:cNvSpPr txBox="1"/>
          <p:nvPr>
            <p:ph idx="13" type="subTitle"/>
          </p:nvPr>
        </p:nvSpPr>
        <p:spPr>
          <a:xfrm>
            <a:off x="893055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g3ee677347c5_0_4090"/>
          <p:cNvSpPr txBox="1"/>
          <p:nvPr>
            <p:ph idx="14" type="subTitle"/>
          </p:nvPr>
        </p:nvSpPr>
        <p:spPr>
          <a:xfrm>
            <a:off x="3403067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5" name="Google Shape;2145;g3ee677347c5_0_4090"/>
          <p:cNvSpPr txBox="1"/>
          <p:nvPr>
            <p:ph idx="15" type="ctrTitle"/>
          </p:nvPr>
        </p:nvSpPr>
        <p:spPr>
          <a:xfrm>
            <a:off x="5904593" y="135432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6" name="Google Shape;2146;g3ee677347c5_0_4090"/>
          <p:cNvSpPr txBox="1"/>
          <p:nvPr>
            <p:ph idx="16" type="title"/>
          </p:nvPr>
        </p:nvSpPr>
        <p:spPr>
          <a:xfrm>
            <a:off x="5904631" y="77135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47" name="Google Shape;2147;g3ee677347c5_0_4090"/>
          <p:cNvSpPr txBox="1"/>
          <p:nvPr>
            <p:ph idx="17" type="ctrTitle"/>
          </p:nvPr>
        </p:nvSpPr>
        <p:spPr>
          <a:xfrm>
            <a:off x="5901278" y="3337175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8" name="Google Shape;2148;g3ee677347c5_0_4090"/>
          <p:cNvSpPr txBox="1"/>
          <p:nvPr>
            <p:ph idx="18" type="title"/>
          </p:nvPr>
        </p:nvSpPr>
        <p:spPr>
          <a:xfrm>
            <a:off x="5901265" y="2754203"/>
            <a:ext cx="234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3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149" name="Google Shape;2149;g3ee677347c5_0_4090"/>
          <p:cNvSpPr txBox="1"/>
          <p:nvPr>
            <p:ph idx="19" type="subTitle"/>
          </p:nvPr>
        </p:nvSpPr>
        <p:spPr>
          <a:xfrm>
            <a:off x="5903758" y="374092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50" name="Google Shape;2150;g3ee677347c5_0_4090"/>
          <p:cNvSpPr txBox="1"/>
          <p:nvPr>
            <p:ph idx="20" type="subTitle"/>
          </p:nvPr>
        </p:nvSpPr>
        <p:spPr>
          <a:xfrm>
            <a:off x="5908793" y="1758075"/>
            <a:ext cx="2344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51" name="Google Shape;2151;g3ee677347c5_0_4090"/>
          <p:cNvGrpSpPr/>
          <p:nvPr/>
        </p:nvGrpSpPr>
        <p:grpSpPr>
          <a:xfrm flipH="1" rot="5400000">
            <a:off x="7600520" y="3611829"/>
            <a:ext cx="877852" cy="2209092"/>
            <a:chOff x="-26858" y="-227337"/>
            <a:chExt cx="1093215" cy="2757917"/>
          </a:xfrm>
        </p:grpSpPr>
        <p:sp>
          <p:nvSpPr>
            <p:cNvPr id="2152" name="Google Shape;2152;g3ee677347c5_0_40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g3ee677347c5_0_409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g3ee677347c5_0_409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g3ee677347c5_0_409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g3ee677347c5_0_409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g3ee677347c5_0_40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g3ee677347c5_0_409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g3ee677347c5_0_409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g3ee677347c5_0_409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g3ee677347c5_0_409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g3ee677347c5_0_409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g3ee677347c5_0_409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g3ee677347c5_0_409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g3ee677347c5_0_409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g3ee677347c5_0_409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g3ee677347c5_0_409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g3ee677347c5_0_409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g3ee677347c5_0_409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g3ee677347c5_0_409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2"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3ee677347c5_0_4132"/>
          <p:cNvSpPr txBox="1"/>
          <p:nvPr>
            <p:ph type="title"/>
          </p:nvPr>
        </p:nvSpPr>
        <p:spPr>
          <a:xfrm>
            <a:off x="4306824" y="2036701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76" name="Google Shape;2176;g3ee677347c5_0_4132"/>
          <p:cNvSpPr txBox="1"/>
          <p:nvPr>
            <p:ph idx="1" type="subTitle"/>
          </p:nvPr>
        </p:nvSpPr>
        <p:spPr>
          <a:xfrm>
            <a:off x="1865375" y="2706625"/>
            <a:ext cx="40233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77" name="Google Shape;2177;g3ee677347c5_0_4132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2178" name="Google Shape;2178;g3ee677347c5_0_4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g3ee677347c5_0_4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g3ee677347c5_0_413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g3ee677347c5_0_413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g3ee677347c5_0_413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g3ee677347c5_0_413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g3ee677347c5_0_413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g3ee677347c5_0_413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g3ee677347c5_0_413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g3ee677347c5_0_413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g3ee677347c5_0_4132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g3ee677347c5_0_413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g3ee677347c5_0_413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g3ee677347c5_0_413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g3ee677347c5_0_413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g3ee677347c5_0_413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g3ee677347c5_0_413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g3ee677347c5_0_413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g3ee677347c5_0_413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7" name="Google Shape;2197;g3ee677347c5_0_4132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198" name="Google Shape;2198;g3ee677347c5_0_4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g3ee677347c5_0_413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g3ee677347c5_0_413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g3ee677347c5_0_413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g3ee677347c5_0_413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g3ee677347c5_0_4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g3ee677347c5_0_413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g3ee677347c5_0_413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g3ee677347c5_0_413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g3ee677347c5_0_413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g3ee677347c5_0_413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g3ee677347c5_0_413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g3ee677347c5_0_413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g3ee677347c5_0_413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g3ee677347c5_0_413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g3ee677347c5_0_413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g3ee677347c5_0_413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g3ee677347c5_0_413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g3ee677347c5_0_413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3ee677347c5_0_4178"/>
          <p:cNvSpPr txBox="1"/>
          <p:nvPr>
            <p:ph type="title"/>
          </p:nvPr>
        </p:nvSpPr>
        <p:spPr>
          <a:xfrm>
            <a:off x="1675800" y="1891935"/>
            <a:ext cx="2562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22" name="Google Shape;2222;g3ee677347c5_0_4178"/>
          <p:cNvSpPr txBox="1"/>
          <p:nvPr>
            <p:ph idx="1" type="subTitle"/>
          </p:nvPr>
        </p:nvSpPr>
        <p:spPr>
          <a:xfrm>
            <a:off x="4904575" y="1939924"/>
            <a:ext cx="35262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23" name="Google Shape;2223;g3ee677347c5_0_4178"/>
          <p:cNvCxnSpPr/>
          <p:nvPr/>
        </p:nvCxnSpPr>
        <p:spPr>
          <a:xfrm>
            <a:off x="4572000" y="-121800"/>
            <a:ext cx="0" cy="3760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4" name="Google Shape;2224;g3ee677347c5_0_4178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2225" name="Google Shape;2225;g3ee677347c5_0_41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g3ee677347c5_0_417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g3ee677347c5_0_417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g3ee677347c5_0_417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g3ee677347c5_0_417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g3ee677347c5_0_41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g3ee677347c5_0_41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g3ee677347c5_0_417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g3ee677347c5_0_417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g3ee677347c5_0_417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g3ee677347c5_0_417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g3ee677347c5_0_417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g3ee677347c5_0_417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g3ee677347c5_0_417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g3ee677347c5_0_417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g3ee677347c5_0_417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g3ee677347c5_0_41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g3ee677347c5_0_41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g3ee677347c5_0_417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7" name="Google Shape;2247;g3ee677347c5_0_4178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248" name="Google Shape;2248;g3ee677347c5_0_417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g3ee677347c5_0_417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g3ee677347c5_0_417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g3ee677347c5_0_417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g3ee677347c5_0_417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g3ee677347c5_0_417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g3ee677347c5_0_417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g3ee677347c5_0_417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g3ee677347c5_0_417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g3ee677347c5_0_417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g3ee677347c5_0_4178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g3ee677347c5_0_417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g3ee677347c5_0_417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g3ee677347c5_0_417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g3ee677347c5_0_417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g3ee677347c5_0_417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g3ee677347c5_0_417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g3ee677347c5_0_417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g3ee677347c5_0_417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3ee677347c5_0_4225"/>
          <p:cNvSpPr txBox="1"/>
          <p:nvPr>
            <p:ph type="title"/>
          </p:nvPr>
        </p:nvSpPr>
        <p:spPr>
          <a:xfrm>
            <a:off x="2968788" y="2765075"/>
            <a:ext cx="320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69" name="Google Shape;2269;g3ee677347c5_0_4225"/>
          <p:cNvSpPr txBox="1"/>
          <p:nvPr>
            <p:ph idx="1" type="subTitle"/>
          </p:nvPr>
        </p:nvSpPr>
        <p:spPr>
          <a:xfrm>
            <a:off x="2557200" y="3501225"/>
            <a:ext cx="40296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70" name="Google Shape;2270;g3ee677347c5_0_4225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2271" name="Google Shape;2271;g3ee677347c5_0_42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g3ee677347c5_0_422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g3ee677347c5_0_422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g3ee677347c5_0_422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g3ee677347c5_0_422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g3ee677347c5_0_42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g3ee677347c5_0_422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g3ee677347c5_0_422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g3ee677347c5_0_422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g3ee677347c5_0_42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g3ee677347c5_0_422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g3ee677347c5_0_422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g3ee677347c5_0_422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g3ee677347c5_0_422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g3ee677347c5_0_422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g3ee677347c5_0_422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g3ee677347c5_0_422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g3ee677347c5_0_422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g3ee677347c5_0_422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3" name="Google Shape;2293;g3ee677347c5_0_4225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294" name="Google Shape;2294;g3ee677347c5_0_422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g3ee677347c5_0_422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g3ee677347c5_0_422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g3ee677347c5_0_422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g3ee677347c5_0_422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g3ee677347c5_0_422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g3ee677347c5_0_422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g3ee677347c5_0_422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g3ee677347c5_0_422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g3ee677347c5_0_422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g3ee677347c5_0_422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g3ee677347c5_0_422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g3ee677347c5_0_422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g3ee677347c5_0_422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g3ee677347c5_0_422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g3ee677347c5_0_422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g3ee677347c5_0_422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g3ee677347c5_0_422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g3ee677347c5_0_422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g3ee677347c5_0_4271"/>
          <p:cNvSpPr txBox="1"/>
          <p:nvPr>
            <p:ph type="ctrTitle"/>
          </p:nvPr>
        </p:nvSpPr>
        <p:spPr>
          <a:xfrm>
            <a:off x="713225" y="299982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15" name="Google Shape;2315;g3ee677347c5_0_4271"/>
          <p:cNvSpPr txBox="1"/>
          <p:nvPr>
            <p:ph idx="1" type="subTitle"/>
          </p:nvPr>
        </p:nvSpPr>
        <p:spPr>
          <a:xfrm>
            <a:off x="713225" y="1712800"/>
            <a:ext cx="637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16" name="Google Shape;2316;g3ee677347c5_0_4271"/>
          <p:cNvSpPr/>
          <p:nvPr/>
        </p:nvSpPr>
        <p:spPr>
          <a:xfrm flipH="1" rot="-5400000">
            <a:off x="4073565" y="-78536"/>
            <a:ext cx="996879" cy="1153940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7" name="Google Shape;2317;g3ee677347c5_0_4271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318" name="Google Shape;2318;g3ee677347c5_0_427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g3ee677347c5_0_427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g3ee677347c5_0_427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g3ee677347c5_0_427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g3ee677347c5_0_427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g3ee677347c5_0_427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g3ee677347c5_0_427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g3ee677347c5_0_427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g3ee677347c5_0_427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g3ee677347c5_0_427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g3ee677347c5_0_427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g3ee677347c5_0_427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g3ee677347c5_0_427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g3ee677347c5_0_427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g3ee677347c5_0_427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g3ee677347c5_0_427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g3ee677347c5_0_427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g3ee677347c5_0_427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g3ee677347c5_0_427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0" name="Google Shape;2340;g3ee677347c5_0_4271"/>
          <p:cNvGrpSpPr/>
          <p:nvPr/>
        </p:nvGrpSpPr>
        <p:grpSpPr>
          <a:xfrm rot="-5400000">
            <a:off x="286059" y="3659329"/>
            <a:ext cx="1209907" cy="1782036"/>
            <a:chOff x="700771" y="-227337"/>
            <a:chExt cx="1458774" cy="2138785"/>
          </a:xfrm>
        </p:grpSpPr>
        <p:sp>
          <p:nvSpPr>
            <p:cNvPr id="2341" name="Google Shape;2341;g3ee677347c5_0_427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g3ee677347c5_0_427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g3ee677347c5_0_427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g3ee677347c5_0_427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g3ee677347c5_0_427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g3ee677347c5_0_427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g3ee677347c5_0_427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g3ee677347c5_0_427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g3ee677347c5_0_427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g3ee677347c5_0_427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g3ee677347c5_0_4271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g3ee677347c5_0_427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g3ee677347c5_0_427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g3ee677347c5_0_427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g3ee677347c5_0_427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g3ee677347c5_0_427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g3ee677347c5_0_427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g3ee677347c5_0_427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g3ee677347c5_0_427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TITLE_1_1_1_1"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3ee677347c5_0_4318"/>
          <p:cNvSpPr txBox="1"/>
          <p:nvPr>
            <p:ph idx="1" type="subTitle"/>
          </p:nvPr>
        </p:nvSpPr>
        <p:spPr>
          <a:xfrm>
            <a:off x="1924300" y="1704900"/>
            <a:ext cx="52953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62" name="Google Shape;2362;g3ee677347c5_0_4318"/>
          <p:cNvSpPr txBox="1"/>
          <p:nvPr>
            <p:ph type="ctrTitle"/>
          </p:nvPr>
        </p:nvSpPr>
        <p:spPr>
          <a:xfrm>
            <a:off x="3272413" y="3663875"/>
            <a:ext cx="25992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2363" name="Google Shape;2363;g3ee677347c5_0_4318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364" name="Google Shape;2364;g3ee677347c5_0_431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g3ee677347c5_0_431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g3ee677347c5_0_431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g3ee677347c5_0_431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g3ee677347c5_0_431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g3ee677347c5_0_431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g3ee677347c5_0_431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g3ee677347c5_0_431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g3ee677347c5_0_431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g3ee677347c5_0_431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g3ee677347c5_0_431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g3ee677347c5_0_431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g3ee677347c5_0_431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g3ee677347c5_0_431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g3ee677347c5_0_431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g3ee677347c5_0_431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g3ee677347c5_0_431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g3ee677347c5_0_431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g3ee677347c5_0_431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6" name="Google Shape;2386;g3ee677347c5_0_4318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2387" name="Google Shape;2387;g3ee677347c5_0_431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g3ee677347c5_0_431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g3ee677347c5_0_4318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g3ee677347c5_0_4318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g3ee677347c5_0_4318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g3ee677347c5_0_4318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g3ee677347c5_0_4318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g3ee677347c5_0_4318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g3ee677347c5_0_4318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g3ee677347c5_0_4318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g3ee677347c5_0_4318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g3ee677347c5_0_4318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g3ee677347c5_0_4318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g3ee677347c5_0_4318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g3ee677347c5_0_4318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g3ee677347c5_0_4318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g3ee677347c5_0_4318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g3ee677347c5_0_4318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g3ee677347c5_0_4318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3ee677347c5_0_4364"/>
          <p:cNvSpPr txBox="1"/>
          <p:nvPr>
            <p:ph type="title"/>
          </p:nvPr>
        </p:nvSpPr>
        <p:spPr>
          <a:xfrm>
            <a:off x="3016200" y="112210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8" name="Google Shape;2408;g3ee677347c5_0_4364"/>
          <p:cNvSpPr txBox="1"/>
          <p:nvPr>
            <p:ph idx="2" type="title"/>
          </p:nvPr>
        </p:nvSpPr>
        <p:spPr>
          <a:xfrm>
            <a:off x="1399800" y="1122100"/>
            <a:ext cx="146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409" name="Google Shape;2409;g3ee677347c5_0_4364"/>
          <p:cNvSpPr txBox="1"/>
          <p:nvPr>
            <p:ph idx="1" type="subTitle"/>
          </p:nvPr>
        </p:nvSpPr>
        <p:spPr>
          <a:xfrm>
            <a:off x="3016200" y="32371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410" name="Google Shape;2410;g3ee677347c5_0_4364"/>
          <p:cNvCxnSpPr/>
          <p:nvPr/>
        </p:nvCxnSpPr>
        <p:spPr>
          <a:xfrm>
            <a:off x="2940913" y="-12"/>
            <a:ext cx="0" cy="2753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11" name="Google Shape;2411;g3ee677347c5_0_4364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2412" name="Google Shape;2412;g3ee677347c5_0_4364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g3ee677347c5_0_4364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g3ee677347c5_0_4364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g3ee677347c5_0_4364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g3ee677347c5_0_4364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g3ee677347c5_0_4364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g3ee677347c5_0_4364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g3ee677347c5_0_4364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g3ee677347c5_0_4364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g3ee677347c5_0_4364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g3ee677347c5_0_4364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g3ee677347c5_0_4364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g3ee677347c5_0_4364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g3ee677347c5_0_4364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g3ee677347c5_0_4364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g3ee677347c5_0_4364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g3ee677347c5_0_4364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g3ee677347c5_0_4364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g3ee677347c5_0_4364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g3ee677347c5_0_4364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g3ee677347c5_0_4364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g3ee677347c5_0_4364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g3ee677347c5_0_4364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g3ee677347c5_0_4364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g3ee677347c5_0_4364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g3ee677347c5_0_4364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g3ee677347c5_0_4364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g3ee677347c5_0_4364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g3ee677347c5_0_4364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g3ee677347c5_0_4364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g3ee677347c5_0_4364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g3ee677347c5_0_4364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g3ee677347c5_0_4364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g3ee677347c5_0_4364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g3ee677347c5_0_4364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g3ee677347c5_0_4364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g3ee677347c5_0_4364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g3ee677347c5_0_4364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g3ee677347c5_0_4364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g3ee677347c5_0_4364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g3ee677347c5_0_4364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6" name="Google Shape;2456;g3ee677347c5_0_4364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2457" name="Google Shape;2457;g3ee677347c5_0_436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g3ee677347c5_0_436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g3ee677347c5_0_436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g3ee677347c5_0_436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g3ee677347c5_0_436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g3ee677347c5_0_436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g3ee677347c5_0_436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g3ee677347c5_0_436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g3ee677347c5_0_436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g3ee677347c5_0_436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g3ee677347c5_0_436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g3ee677347c5_0_436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g3ee677347c5_0_436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g3ee677347c5_0_436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g3ee677347c5_0_436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g3ee677347c5_0_436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g3ee677347c5_0_436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g3ee677347c5_0_436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g3ee677347c5_0_436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g3ee677347c5_0_436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g3ee677347c5_0_436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g3ee677347c5_0_436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g3ee677347c5_0_436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g3ee677347c5_0_436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g3ee677347c5_0_436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g3ee677347c5_0_436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g3ee677347c5_0_436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g3ee677347c5_0_436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g3ee677347c5_0_4364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g3ee677347c5_0_436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g3ee677347c5_0_436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g3ee677347c5_0_436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g3ee677347c5_0_436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g3ee677347c5_0_436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g3ee677347c5_0_436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g3ee677347c5_0_436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g3ee677347c5_0_436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ee677347c5_0_4455"/>
          <p:cNvSpPr txBox="1"/>
          <p:nvPr>
            <p:ph type="title"/>
          </p:nvPr>
        </p:nvSpPr>
        <p:spPr>
          <a:xfrm>
            <a:off x="2382850" y="2635150"/>
            <a:ext cx="4378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99" name="Google Shape;2499;g3ee677347c5_0_4455"/>
          <p:cNvSpPr txBox="1"/>
          <p:nvPr>
            <p:ph idx="2" type="title"/>
          </p:nvPr>
        </p:nvSpPr>
        <p:spPr>
          <a:xfrm>
            <a:off x="3788700" y="1136050"/>
            <a:ext cx="15666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8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00" name="Google Shape;2500;g3ee677347c5_0_4455"/>
          <p:cNvSpPr txBox="1"/>
          <p:nvPr>
            <p:ph idx="1" type="subTitle"/>
          </p:nvPr>
        </p:nvSpPr>
        <p:spPr>
          <a:xfrm>
            <a:off x="3377400" y="3527548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grpSp>
        <p:nvGrpSpPr>
          <p:cNvPr id="2501" name="Google Shape;2501;g3ee677347c5_0_445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2502" name="Google Shape;2502;g3ee677347c5_0_44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g3ee677347c5_0_44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g3ee677347c5_0_445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g3ee677347c5_0_445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g3ee677347c5_0_445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g3ee677347c5_0_445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g3ee677347c5_0_445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g3ee677347c5_0_445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g3ee677347c5_0_44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g3ee677347c5_0_44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g3ee677347c5_0_44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g3ee677347c5_0_445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g3ee677347c5_0_445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g3ee677347c5_0_445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g3ee677347c5_0_44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g3ee677347c5_0_445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g3ee677347c5_0_445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g3ee677347c5_0_445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g3ee677347c5_0_445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g3ee677347c5_0_445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g3ee677347c5_0_445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g3ee677347c5_0_445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g3ee677347c5_0_445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g3ee677347c5_0_44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g3ee677347c5_0_44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g3ee677347c5_0_445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g3ee677347c5_0_445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g3ee677347c5_0_445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g3ee677347c5_0_445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g3ee677347c5_0_44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g3ee677347c5_0_445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g3ee677347c5_0_445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g3ee677347c5_0_445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g3ee677347c5_0_445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g3ee677347c5_0_445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g3ee677347c5_0_445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g3ee677347c5_0_445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g3ee677347c5_0_445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g3ee677347c5_0_445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g3ee677347c5_0_445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g3ee677347c5_0_445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6" name="Google Shape;2546;g3ee677347c5_0_445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2547" name="Google Shape;2547;g3ee677347c5_0_44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g3ee677347c5_0_445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g3ee677347c5_0_445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g3ee677347c5_0_445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g3ee677347c5_0_445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g3ee677347c5_0_44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g3ee677347c5_0_44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g3ee677347c5_0_445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g3ee677347c5_0_445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g3ee677347c5_0_445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g3ee677347c5_0_44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g3ee677347c5_0_445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g3ee677347c5_0_445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g3ee677347c5_0_445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g3ee677347c5_0_445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g3ee677347c5_0_445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g3ee677347c5_0_445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g3ee677347c5_0_445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g3ee677347c5_0_445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g3ee677347c5_0_44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g3ee677347c5_0_44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g3ee677347c5_0_445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g3ee677347c5_0_445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g3ee677347c5_0_445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g3ee677347c5_0_445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g3ee677347c5_0_44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g3ee677347c5_0_445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g3ee677347c5_0_445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g3ee677347c5_0_445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g3ee677347c5_0_445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g3ee677347c5_0_445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g3ee677347c5_0_445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g3ee677347c5_0_445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g3ee677347c5_0_445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g3ee677347c5_0_445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g3ee677347c5_0_445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g3ee677347c5_0_445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3ee677347c5_0_4545"/>
          <p:cNvSpPr txBox="1"/>
          <p:nvPr>
            <p:ph type="title"/>
          </p:nvPr>
        </p:nvSpPr>
        <p:spPr>
          <a:xfrm>
            <a:off x="2879587" y="2251830"/>
            <a:ext cx="35271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9" name="Google Shape;2589;g3ee677347c5_0_4545"/>
          <p:cNvSpPr txBox="1"/>
          <p:nvPr>
            <p:ph idx="2" type="title"/>
          </p:nvPr>
        </p:nvSpPr>
        <p:spPr>
          <a:xfrm>
            <a:off x="2879575" y="992730"/>
            <a:ext cx="1566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2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90" name="Google Shape;2590;g3ee677347c5_0_4545"/>
          <p:cNvSpPr txBox="1"/>
          <p:nvPr>
            <p:ph idx="1" type="subTitle"/>
          </p:nvPr>
        </p:nvSpPr>
        <p:spPr>
          <a:xfrm>
            <a:off x="2879587" y="3764723"/>
            <a:ext cx="238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23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cxnSp>
        <p:nvCxnSpPr>
          <p:cNvPr id="2591" name="Google Shape;2591;g3ee677347c5_0_4545"/>
          <p:cNvCxnSpPr/>
          <p:nvPr/>
        </p:nvCxnSpPr>
        <p:spPr>
          <a:xfrm rot="10800000">
            <a:off x="2978388" y="2115488"/>
            <a:ext cx="6165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2" name="Google Shape;2592;g3ee677347c5_0_4545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2593" name="Google Shape;2593;g3ee677347c5_0_454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g3ee677347c5_0_454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g3ee677347c5_0_454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g3ee677347c5_0_454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g3ee677347c5_0_454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g3ee677347c5_0_454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g3ee677347c5_0_454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g3ee677347c5_0_454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g3ee677347c5_0_454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g3ee677347c5_0_454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g3ee677347c5_0_454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g3ee677347c5_0_454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g3ee677347c5_0_454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g3ee677347c5_0_454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g3ee677347c5_0_454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g3ee677347c5_0_454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g3ee677347c5_0_454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g3ee677347c5_0_454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g3ee677347c5_0_454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g3ee677347c5_0_454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g3ee677347c5_0_454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g3ee677347c5_0_454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g3ee677347c5_0_454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g3ee677347c5_0_454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g3ee677347c5_0_454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g3ee677347c5_0_454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g3ee677347c5_0_454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g3ee677347c5_0_454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g3ee677347c5_0_454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g3ee677347c5_0_454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g3ee677347c5_0_454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g3ee677347c5_0_454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g3ee677347c5_0_454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g3ee677347c5_0_454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g3ee677347c5_0_454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g3ee677347c5_0_454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g3ee677347c5_0_454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g3ee677347c5_0_454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g3ee677347c5_0_454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g3ee677347c5_0_454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g3ee677347c5_0_454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7" name="Google Shape;2637;g3ee677347c5_0_4545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2638" name="Google Shape;2638;g3ee677347c5_0_45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g3ee677347c5_0_454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g3ee677347c5_0_454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g3ee677347c5_0_454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g3ee677347c5_0_454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g3ee677347c5_0_45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g3ee677347c5_0_45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g3ee677347c5_0_454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g3ee677347c5_0_454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g3ee677347c5_0_454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g3ee677347c5_0_45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g3ee677347c5_0_454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g3ee677347c5_0_454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g3ee677347c5_0_454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g3ee677347c5_0_454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g3ee677347c5_0_454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g3ee677347c5_0_454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g3ee677347c5_0_454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9" name="Google Shape;2659;g3ee677347c5_0_454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0" name="Google Shape;2660;g3ee677347c5_0_45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g3ee677347c5_0_45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g3ee677347c5_0_454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g3ee677347c5_0_454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4" name="Google Shape;2664;g3ee677347c5_0_454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g3ee677347c5_0_454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g3ee677347c5_0_45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7" name="Google Shape;2667;g3ee677347c5_0_454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8" name="Google Shape;2668;g3ee677347c5_0_454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g3ee677347c5_0_454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g3ee677347c5_0_454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g3ee677347c5_0_454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g3ee677347c5_0_454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g3ee677347c5_0_454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g3ee677347c5_0_454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g3ee677347c5_0_454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g3ee677347c5_0_454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g3ee677347c5_0_454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g3ee677347c5_0_4636"/>
          <p:cNvSpPr txBox="1"/>
          <p:nvPr>
            <p:ph type="ctrTitle"/>
          </p:nvPr>
        </p:nvSpPr>
        <p:spPr>
          <a:xfrm flipH="1">
            <a:off x="770700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680" name="Google Shape;2680;g3ee677347c5_0_4636"/>
          <p:cNvCxnSpPr/>
          <p:nvPr/>
        </p:nvCxnSpPr>
        <p:spPr>
          <a:xfrm>
            <a:off x="498025" y="-44700"/>
            <a:ext cx="0" cy="1104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1" name="Google Shape;2681;g3ee677347c5_0_4636"/>
          <p:cNvSpPr txBox="1"/>
          <p:nvPr>
            <p:ph idx="1" type="subTitle"/>
          </p:nvPr>
        </p:nvSpPr>
        <p:spPr>
          <a:xfrm>
            <a:off x="32808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2" name="Google Shape;2682;g3ee677347c5_0_4636"/>
          <p:cNvSpPr txBox="1"/>
          <p:nvPr>
            <p:ph idx="2" type="subTitle"/>
          </p:nvPr>
        </p:nvSpPr>
        <p:spPr>
          <a:xfrm>
            <a:off x="3282700" y="1925451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83" name="Google Shape;2683;g3ee677347c5_0_4636"/>
          <p:cNvSpPr txBox="1"/>
          <p:nvPr>
            <p:ph idx="3" type="title"/>
          </p:nvPr>
        </p:nvSpPr>
        <p:spPr>
          <a:xfrm>
            <a:off x="5654113" y="1046250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4" name="Google Shape;2684;g3ee677347c5_0_4636"/>
          <p:cNvSpPr txBox="1"/>
          <p:nvPr>
            <p:ph idx="4" type="subTitle"/>
          </p:nvPr>
        </p:nvSpPr>
        <p:spPr>
          <a:xfrm>
            <a:off x="3280813" y="1636850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5" name="Google Shape;2685;g3ee677347c5_0_4636"/>
          <p:cNvSpPr txBox="1"/>
          <p:nvPr>
            <p:ph idx="5" type="subTitle"/>
          </p:nvPr>
        </p:nvSpPr>
        <p:spPr>
          <a:xfrm>
            <a:off x="32808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6" name="Google Shape;2686;g3ee677347c5_0_4636"/>
          <p:cNvSpPr txBox="1"/>
          <p:nvPr>
            <p:ph idx="6" type="subTitle"/>
          </p:nvPr>
        </p:nvSpPr>
        <p:spPr>
          <a:xfrm>
            <a:off x="3282700" y="3882776"/>
            <a:ext cx="4614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87" name="Google Shape;2687;g3ee677347c5_0_4636"/>
          <p:cNvSpPr txBox="1"/>
          <p:nvPr>
            <p:ph idx="7" type="title"/>
          </p:nvPr>
        </p:nvSpPr>
        <p:spPr>
          <a:xfrm>
            <a:off x="5654113" y="3003575"/>
            <a:ext cx="1965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8" name="Google Shape;2688;g3ee677347c5_0_4636"/>
          <p:cNvSpPr txBox="1"/>
          <p:nvPr>
            <p:ph idx="8" type="subTitle"/>
          </p:nvPr>
        </p:nvSpPr>
        <p:spPr>
          <a:xfrm>
            <a:off x="3280813" y="3594175"/>
            <a:ext cx="434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89" name="Google Shape;2689;g3ee677347c5_0_463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690" name="Google Shape;2690;g3ee677347c5_0_46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g3ee677347c5_0_463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g3ee677347c5_0_463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4" name="Google Shape;2694;g3ee677347c5_0_463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5" name="Google Shape;2695;g3ee677347c5_0_463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6" name="Google Shape;2696;g3ee677347c5_0_46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7" name="Google Shape;2697;g3ee677347c5_0_46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8" name="Google Shape;2698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9" name="Google Shape;2699;g3ee677347c5_0_463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0" name="Google Shape;2700;g3ee677347c5_0_463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1" name="Google Shape;2701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2" name="Google Shape;2702;g3ee677347c5_0_463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3" name="Google Shape;2703;g3ee677347c5_0_463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4" name="Google Shape;2704;g3ee677347c5_0_463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5" name="Google Shape;2705;g3ee677347c5_0_463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g3ee677347c5_0_463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7" name="Google Shape;2707;g3ee677347c5_0_463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8" name="Google Shape;2708;g3ee677347c5_0_463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9" name="Google Shape;2709;g3ee677347c5_0_46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0" name="Google Shape;2710;g3ee677347c5_0_46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1" name="Google Shape;2711;g3ee677347c5_0_463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3ee677347c5_0_4670"/>
          <p:cNvSpPr txBox="1"/>
          <p:nvPr>
            <p:ph idx="1" type="subTitle"/>
          </p:nvPr>
        </p:nvSpPr>
        <p:spPr>
          <a:xfrm>
            <a:off x="1357575" y="2398275"/>
            <a:ext cx="2568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4" name="Google Shape;2714;g3ee677347c5_0_4670"/>
          <p:cNvSpPr txBox="1"/>
          <p:nvPr>
            <p:ph idx="2" type="subTitle"/>
          </p:nvPr>
        </p:nvSpPr>
        <p:spPr>
          <a:xfrm>
            <a:off x="1132425" y="3320025"/>
            <a:ext cx="3018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715" name="Google Shape;2715;g3ee677347c5_0_4670"/>
          <p:cNvSpPr txBox="1"/>
          <p:nvPr>
            <p:ph type="title"/>
          </p:nvPr>
        </p:nvSpPr>
        <p:spPr>
          <a:xfrm>
            <a:off x="1676475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6" name="Google Shape;2716;g3ee677347c5_0_4670"/>
          <p:cNvSpPr txBox="1"/>
          <p:nvPr>
            <p:ph idx="3" type="subTitle"/>
          </p:nvPr>
        </p:nvSpPr>
        <p:spPr>
          <a:xfrm>
            <a:off x="1700175" y="2912675"/>
            <a:ext cx="188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7" name="Google Shape;2717;g3ee677347c5_0_4670"/>
          <p:cNvSpPr txBox="1"/>
          <p:nvPr>
            <p:ph idx="4" type="subTitle"/>
          </p:nvPr>
        </p:nvSpPr>
        <p:spPr>
          <a:xfrm>
            <a:off x="5235388" y="2398275"/>
            <a:ext cx="2569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8" name="Google Shape;2718;g3ee677347c5_0_4670"/>
          <p:cNvSpPr txBox="1"/>
          <p:nvPr>
            <p:ph idx="5" type="subTitle"/>
          </p:nvPr>
        </p:nvSpPr>
        <p:spPr>
          <a:xfrm>
            <a:off x="5011450" y="3320025"/>
            <a:ext cx="30174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719" name="Google Shape;2719;g3ee677347c5_0_4670"/>
          <p:cNvSpPr txBox="1"/>
          <p:nvPr>
            <p:ph idx="6" type="title"/>
          </p:nvPr>
        </p:nvSpPr>
        <p:spPr>
          <a:xfrm>
            <a:off x="5554900" y="984050"/>
            <a:ext cx="1930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20" name="Google Shape;2720;g3ee677347c5_0_4670"/>
          <p:cNvSpPr txBox="1"/>
          <p:nvPr>
            <p:ph idx="7" type="subTitle"/>
          </p:nvPr>
        </p:nvSpPr>
        <p:spPr>
          <a:xfrm>
            <a:off x="5554825" y="2912675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21" name="Google Shape;2721;g3ee677347c5_0_4670"/>
          <p:cNvSpPr txBox="1"/>
          <p:nvPr>
            <p:ph idx="8" type="ctrTitle"/>
          </p:nvPr>
        </p:nvSpPr>
        <p:spPr>
          <a:xfrm>
            <a:off x="266501" y="468450"/>
            <a:ext cx="8095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722" name="Google Shape;2722;g3ee677347c5_0_4670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23" name="Google Shape;2723;g3ee677347c5_0_4670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2724" name="Google Shape;2724;g3ee677347c5_0_467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6" name="Google Shape;2726;g3ee677347c5_0_467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7" name="Google Shape;2727;g3ee677347c5_0_467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8" name="Google Shape;2728;g3ee677347c5_0_467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9" name="Google Shape;2729;g3ee677347c5_0_467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0" name="Google Shape;2730;g3ee677347c5_0_467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1" name="Google Shape;2731;g3ee677347c5_0_467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2" name="Google Shape;2732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3" name="Google Shape;2733;g3ee677347c5_0_467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4" name="Google Shape;2734;g3ee677347c5_0_467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5" name="Google Shape;2735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6" name="Google Shape;2736;g3ee677347c5_0_467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g3ee677347c5_0_467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g3ee677347c5_0_467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g3ee677347c5_0_467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g3ee677347c5_0_467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g3ee677347c5_0_467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g3ee677347c5_0_467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g3ee677347c5_0_467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g3ee677347c5_0_467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g3ee677347c5_0_467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g3ee677347c5_0_4704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748" name="Google Shape;2748;g3ee677347c5_0_4704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49" name="Google Shape;2749;g3ee677347c5_0_4704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2750" name="Google Shape;2750;g3ee677347c5_0_47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g3ee677347c5_0_470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g3ee677347c5_0_470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g3ee677347c5_0_470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g3ee677347c5_0_470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g3ee677347c5_0_47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g3ee677347c5_0_470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g3ee677347c5_0_470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g3ee677347c5_0_470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g3ee677347c5_0_470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g3ee677347c5_0_470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g3ee677347c5_0_470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g3ee677347c5_0_470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g3ee677347c5_0_470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g3ee677347c5_0_470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g3ee677347c5_0_470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g3ee677347c5_0_470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g3ee677347c5_0_470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g3ee677347c5_0_470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3ee677347c5_0_4730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774" name="Google Shape;2774;g3ee677347c5_0_4730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5" name="Google Shape;2775;g3ee677347c5_0_4730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776" name="Google Shape;2776;g3ee677347c5_0_473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g3ee677347c5_0_473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g3ee677347c5_0_473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g3ee677347c5_0_473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g3ee677347c5_0_473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g3ee677347c5_0_473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g3ee677347c5_0_473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g3ee677347c5_0_473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g3ee677347c5_0_473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g3ee677347c5_0_473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g3ee677347c5_0_473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g3ee677347c5_0_473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g3ee677347c5_0_473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g3ee677347c5_0_473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g3ee677347c5_0_473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g3ee677347c5_0_473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g3ee677347c5_0_473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g3ee677347c5_0_473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g3ee677347c5_0_473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_1">
    <p:spTree>
      <p:nvGrpSpPr>
        <p:cNvPr id="2798" name="Shape 2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Google Shape;2799;g3ee677347c5_0_4756"/>
          <p:cNvSpPr txBox="1"/>
          <p:nvPr>
            <p:ph idx="1" type="subTitle"/>
          </p:nvPr>
        </p:nvSpPr>
        <p:spPr>
          <a:xfrm>
            <a:off x="104241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0" name="Google Shape;2800;g3ee677347c5_0_4756"/>
          <p:cNvSpPr txBox="1"/>
          <p:nvPr>
            <p:ph type="title"/>
          </p:nvPr>
        </p:nvSpPr>
        <p:spPr>
          <a:xfrm>
            <a:off x="104182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2801" name="Google Shape;2801;g3ee677347c5_0_4756"/>
          <p:cNvSpPr txBox="1"/>
          <p:nvPr>
            <p:ph idx="2" type="subTitle"/>
          </p:nvPr>
        </p:nvSpPr>
        <p:spPr>
          <a:xfrm>
            <a:off x="104242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2" name="Google Shape;2802;g3ee677347c5_0_4756"/>
          <p:cNvSpPr txBox="1"/>
          <p:nvPr>
            <p:ph idx="3" type="subTitle"/>
          </p:nvPr>
        </p:nvSpPr>
        <p:spPr>
          <a:xfrm>
            <a:off x="3607341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3" name="Google Shape;2803;g3ee677347c5_0_4756"/>
          <p:cNvSpPr txBox="1"/>
          <p:nvPr>
            <p:ph idx="4" type="title"/>
          </p:nvPr>
        </p:nvSpPr>
        <p:spPr>
          <a:xfrm>
            <a:off x="3606750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2804" name="Google Shape;2804;g3ee677347c5_0_4756"/>
          <p:cNvSpPr txBox="1"/>
          <p:nvPr>
            <p:ph idx="5" type="subTitle"/>
          </p:nvPr>
        </p:nvSpPr>
        <p:spPr>
          <a:xfrm>
            <a:off x="3607350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5" name="Google Shape;2805;g3ee677347c5_0_4756"/>
          <p:cNvSpPr txBox="1"/>
          <p:nvPr>
            <p:ph idx="6" type="subTitle"/>
          </p:nvPr>
        </p:nvSpPr>
        <p:spPr>
          <a:xfrm>
            <a:off x="6172266" y="2331720"/>
            <a:ext cx="1929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6" name="Google Shape;2806;g3ee677347c5_0_4756"/>
          <p:cNvSpPr txBox="1"/>
          <p:nvPr>
            <p:ph idx="7" type="title"/>
          </p:nvPr>
        </p:nvSpPr>
        <p:spPr>
          <a:xfrm>
            <a:off x="6171675" y="2843784"/>
            <a:ext cx="193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Medium"/>
              <a:buNone/>
              <a:defRPr sz="1600"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2807" name="Google Shape;2807;g3ee677347c5_0_4756"/>
          <p:cNvSpPr txBox="1"/>
          <p:nvPr>
            <p:ph idx="8" type="subTitle"/>
          </p:nvPr>
        </p:nvSpPr>
        <p:spPr>
          <a:xfrm>
            <a:off x="6172275" y="3255264"/>
            <a:ext cx="19293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8" name="Google Shape;2808;g3ee677347c5_0_4756"/>
          <p:cNvSpPr txBox="1"/>
          <p:nvPr>
            <p:ph idx="9"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809" name="Google Shape;2809;g3ee677347c5_0_475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10" name="Google Shape;2810;g3ee677347c5_0_475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811" name="Google Shape;2811;g3ee677347c5_0_475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g3ee677347c5_0_475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g3ee677347c5_0_475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g3ee677347c5_0_475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g3ee677347c5_0_475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g3ee677347c5_0_475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g3ee677347c5_0_475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g3ee677347c5_0_475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g3ee677347c5_0_475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g3ee677347c5_0_475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g3ee677347c5_0_475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g3ee677347c5_0_475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g3ee677347c5_0_475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g3ee677347c5_0_475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g3ee677347c5_0_475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g3ee677347c5_0_475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g3ee677347c5_0_475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g3ee677347c5_0_475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g3ee677347c5_0_475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g3ee677347c5_0_4791"/>
          <p:cNvSpPr txBox="1"/>
          <p:nvPr>
            <p:ph type="title"/>
          </p:nvPr>
        </p:nvSpPr>
        <p:spPr>
          <a:xfrm>
            <a:off x="1869525" y="1705650"/>
            <a:ext cx="54051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835" name="Google Shape;2835;g3ee677347c5_0_4791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2836" name="Google Shape;2836;g3ee677347c5_0_4791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g3ee677347c5_0_4791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g3ee677347c5_0_4791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g3ee677347c5_0_4791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g3ee677347c5_0_4791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g3ee677347c5_0_4791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g3ee677347c5_0_4791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g3ee677347c5_0_4791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g3ee677347c5_0_4791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g3ee677347c5_0_4791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g3ee677347c5_0_4791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g3ee677347c5_0_4791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g3ee677347c5_0_4791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g3ee677347c5_0_4791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g3ee677347c5_0_4791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g3ee677347c5_0_4791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g3ee677347c5_0_4791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g3ee677347c5_0_4791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g3ee677347c5_0_4791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g3ee677347c5_0_4791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g3ee677347c5_0_4791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g3ee677347c5_0_4791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g3ee677347c5_0_4791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g3ee677347c5_0_4791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g3ee677347c5_0_4791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g3ee677347c5_0_4791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g3ee677347c5_0_4791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g3ee677347c5_0_4791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g3ee677347c5_0_4791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g3ee677347c5_0_4791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g3ee677347c5_0_4791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g3ee677347c5_0_4791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g3ee677347c5_0_4791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g3ee677347c5_0_4791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g3ee677347c5_0_4791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g3ee677347c5_0_4791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g3ee677347c5_0_4791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g3ee677347c5_0_4791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g3ee677347c5_0_4791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g3ee677347c5_0_4791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g3ee677347c5_0_4791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0" name="Google Shape;2880;g3ee677347c5_0_4791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2881" name="Google Shape;2881;g3ee677347c5_0_47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g3ee677347c5_0_4791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g3ee677347c5_0_4791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g3ee677347c5_0_4791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g3ee677347c5_0_4791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g3ee677347c5_0_47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g3ee677347c5_0_4791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g3ee677347c5_0_4791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g3ee677347c5_0_4791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g3ee677347c5_0_4791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g3ee677347c5_0_47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g3ee677347c5_0_4791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g3ee677347c5_0_4791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g3ee677347c5_0_4791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g3ee677347c5_0_4791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g3ee677347c5_0_4791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g3ee677347c5_0_4791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g3ee677347c5_0_4791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g3ee677347c5_0_4791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g3ee677347c5_0_4791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g3ee677347c5_0_4791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5" name="Google Shape;2905;g3ee677347c5_0_4791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6" name="Google Shape;2906;g3ee677347c5_0_4791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7" name="Google Shape;2907;g3ee677347c5_0_4791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8" name="Google Shape;2908;g3ee677347c5_0_4791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9" name="Google Shape;2909;g3ee677347c5_0_4791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0" name="Google Shape;2910;g3ee677347c5_0_4791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1" name="Google Shape;2911;g3ee677347c5_0_4791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2" name="Google Shape;2912;g3ee677347c5_0_4791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3" name="Google Shape;2913;g3ee677347c5_0_4791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4" name="Google Shape;2914;g3ee677347c5_0_4791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5" name="Google Shape;2915;g3ee677347c5_0_4791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g3ee677347c5_0_4791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g3ee677347c5_0_4791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8" name="Google Shape;2918;g3ee677347c5_0_4791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9" name="Google Shape;2919;g3ee677347c5_0_4791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g3ee677347c5_0_4791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g3ee677347c5_0_4879"/>
          <p:cNvSpPr txBox="1"/>
          <p:nvPr>
            <p:ph type="title"/>
          </p:nvPr>
        </p:nvSpPr>
        <p:spPr>
          <a:xfrm>
            <a:off x="3576150" y="1906435"/>
            <a:ext cx="54051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923" name="Google Shape;2923;g3ee677347c5_0_4879"/>
          <p:cNvGrpSpPr/>
          <p:nvPr/>
        </p:nvGrpSpPr>
        <p:grpSpPr>
          <a:xfrm>
            <a:off x="-26847" y="-280618"/>
            <a:ext cx="2865062" cy="3613975"/>
            <a:chOff x="-26858" y="-227337"/>
            <a:chExt cx="2186403" cy="2757917"/>
          </a:xfrm>
        </p:grpSpPr>
        <p:sp>
          <p:nvSpPr>
            <p:cNvPr id="2924" name="Google Shape;2924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g3ee677347c5_0_487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7" name="Google Shape;2927;g3ee677347c5_0_487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8" name="Google Shape;2928;g3ee677347c5_0_487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g3ee677347c5_0_487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g3ee677347c5_0_487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4" name="Google Shape;2934;g3ee677347c5_0_487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5" name="Google Shape;2935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g3ee677347c5_0_487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g3ee677347c5_0_487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g3ee677347c5_0_4879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g3ee677347c5_0_4879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g3ee677347c5_0_487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g3ee677347c5_0_487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g3ee677347c5_0_487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g3ee677347c5_0_487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g3ee677347c5_0_487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g3ee677347c5_0_487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g3ee677347c5_0_4879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g3ee677347c5_0_487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g3ee677347c5_0_4879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g3ee677347c5_0_4879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g3ee677347c5_0_4879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g3ee677347c5_0_4879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g3ee677347c5_0_4879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g3ee677347c5_0_4879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g3ee677347c5_0_4879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g3ee677347c5_0_4879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g3ee677347c5_0_4879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g3ee677347c5_0_4879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g3ee677347c5_0_4879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g3ee677347c5_0_4879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g3ee677347c5_0_4879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g3ee677347c5_0_4879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52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4" name="Google Shape;2964;g3ee677347c5_0_4879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2965" name="Google Shape;2965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g3ee677347c5_0_4879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g3ee677347c5_0_4879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g3ee677347c5_0_4879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g3ee677347c5_0_4879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g3ee677347c5_0_4879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g3ee677347c5_0_4879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g3ee677347c5_0_4879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g3ee677347c5_0_4879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g3ee677347c5_0_4879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g3ee677347c5_0_4879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g3ee677347c5_0_4879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g3ee677347c5_0_4879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g3ee677347c5_0_4879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g3ee677347c5_0_4879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g3ee677347c5_0_4879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g3ee677347c5_0_4879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g3ee677347c5_0_4879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g3ee677347c5_0_4945"/>
          <p:cNvSpPr txBox="1"/>
          <p:nvPr>
            <p:ph type="title"/>
          </p:nvPr>
        </p:nvSpPr>
        <p:spPr>
          <a:xfrm>
            <a:off x="713225" y="978238"/>
            <a:ext cx="31473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89" name="Google Shape;2989;g3ee677347c5_0_4945"/>
          <p:cNvSpPr txBox="1"/>
          <p:nvPr>
            <p:ph idx="1" type="subTitle"/>
          </p:nvPr>
        </p:nvSpPr>
        <p:spPr>
          <a:xfrm>
            <a:off x="713225" y="3357063"/>
            <a:ext cx="3147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990" name="Google Shape;2990;g3ee677347c5_0_4945"/>
          <p:cNvGrpSpPr/>
          <p:nvPr/>
        </p:nvGrpSpPr>
        <p:grpSpPr>
          <a:xfrm flipH="1">
            <a:off x="4743767" y="-1156953"/>
            <a:ext cx="4451257" cy="6129062"/>
            <a:chOff x="-37799" y="-227337"/>
            <a:chExt cx="1833529" cy="2524637"/>
          </a:xfrm>
        </p:grpSpPr>
        <p:sp>
          <p:nvSpPr>
            <p:cNvPr id="2991" name="Google Shape;2991;g3ee677347c5_0_49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g3ee677347c5_0_49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g3ee677347c5_0_494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g3ee677347c5_0_494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g3ee677347c5_0_494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g3ee677347c5_0_494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g3ee677347c5_0_49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g3ee677347c5_0_494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g3ee677347c5_0_494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g3ee677347c5_0_494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g3ee677347c5_0_494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g3ee677347c5_0_4945"/>
            <p:cNvSpPr/>
            <p:nvPr/>
          </p:nvSpPr>
          <p:spPr>
            <a:xfrm rot="10800000">
              <a:off x="-37799" y="811313"/>
              <a:ext cx="381833" cy="44126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g3ee677347c5_0_494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g3ee677347c5_0_49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g3ee677347c5_0_494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g3ee677347c5_0_494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g3ee677347c5_0_494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g3ee677347c5_0_494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g3ee677347c5_0_494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g3ee677347c5_0_494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g3ee677347c5_0_494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g3ee677347c5_0_494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g3ee677347c5_0_494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g3ee677347c5_0_494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g3ee677347c5_0_494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g3ee677347c5_0_494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g3ee677347c5_0_494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g3ee677347c5_0_494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g3ee677347c5_0_494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g3ee677347c5_0_494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g3ee677347c5_0_494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g3ee677347c5_0_494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g3ee677347c5_0_494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g3ee677347c5_0_494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g3ee677347c5_0_494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SECTION_TITLE_AND_DESCRIPTION_1"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3ee677347c5_0_4984"/>
          <p:cNvSpPr txBox="1"/>
          <p:nvPr>
            <p:ph type="title"/>
          </p:nvPr>
        </p:nvSpPr>
        <p:spPr>
          <a:xfrm>
            <a:off x="4655050" y="445100"/>
            <a:ext cx="37755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28" name="Google Shape;3028;g3ee677347c5_0_4984"/>
          <p:cNvSpPr txBox="1"/>
          <p:nvPr>
            <p:ph idx="1" type="subTitle"/>
          </p:nvPr>
        </p:nvSpPr>
        <p:spPr>
          <a:xfrm>
            <a:off x="5344075" y="2622950"/>
            <a:ext cx="30867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29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0" name="Google Shape;3030;g3ee677347c5_0_4987"/>
          <p:cNvGrpSpPr/>
          <p:nvPr/>
        </p:nvGrpSpPr>
        <p:grpSpPr>
          <a:xfrm>
            <a:off x="-6570" y="518767"/>
            <a:ext cx="2604982" cy="2256975"/>
            <a:chOff x="-8580" y="487809"/>
            <a:chExt cx="2894424" cy="2507193"/>
          </a:xfrm>
        </p:grpSpPr>
        <p:sp>
          <p:nvSpPr>
            <p:cNvPr id="3031" name="Google Shape;3031;g3ee677347c5_0_498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g3ee677347c5_0_4987"/>
            <p:cNvSpPr/>
            <p:nvPr/>
          </p:nvSpPr>
          <p:spPr>
            <a:xfrm rot="10800000">
              <a:off x="-8580" y="903907"/>
              <a:ext cx="726263" cy="125540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g3ee677347c5_0_4987"/>
            <p:cNvSpPr/>
            <p:nvPr/>
          </p:nvSpPr>
          <p:spPr>
            <a:xfrm rot="10800000">
              <a:off x="-8580" y="487809"/>
              <a:ext cx="722770" cy="835778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g3ee677347c5_0_498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g3ee677347c5_0_4987"/>
            <p:cNvSpPr/>
            <p:nvPr/>
          </p:nvSpPr>
          <p:spPr>
            <a:xfrm rot="10800000">
              <a:off x="-8580" y="2159250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g3ee677347c5_0_4987"/>
            <p:cNvSpPr/>
            <p:nvPr/>
          </p:nvSpPr>
          <p:spPr>
            <a:xfrm rot="10800000">
              <a:off x="717603" y="487809"/>
              <a:ext cx="1445514" cy="835778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g3ee677347c5_0_4987"/>
            <p:cNvSpPr/>
            <p:nvPr/>
          </p:nvSpPr>
          <p:spPr>
            <a:xfrm rot="10800000">
              <a:off x="717630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g3ee677347c5_0_4987"/>
            <p:cNvSpPr/>
            <p:nvPr/>
          </p:nvSpPr>
          <p:spPr>
            <a:xfrm rot="10800000">
              <a:off x="717630" y="1739643"/>
              <a:ext cx="722770" cy="835752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g3ee677347c5_0_4987"/>
            <p:cNvSpPr/>
            <p:nvPr/>
          </p:nvSpPr>
          <p:spPr>
            <a:xfrm rot="10800000">
              <a:off x="-8580" y="1739643"/>
              <a:ext cx="726263" cy="835752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g3ee677347c5_0_4987"/>
            <p:cNvSpPr/>
            <p:nvPr/>
          </p:nvSpPr>
          <p:spPr>
            <a:xfrm rot="10800000">
              <a:off x="2163100" y="903904"/>
              <a:ext cx="722744" cy="835778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g3ee677347c5_0_4987"/>
            <p:cNvSpPr/>
            <p:nvPr/>
          </p:nvSpPr>
          <p:spPr>
            <a:xfrm flipH="1" rot="10800000">
              <a:off x="1442105" y="903907"/>
              <a:ext cx="722770" cy="125540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2" name="Google Shape;3042;g3ee677347c5_0_4987"/>
          <p:cNvSpPr/>
          <p:nvPr/>
        </p:nvSpPr>
        <p:spPr>
          <a:xfrm flipH="1">
            <a:off x="-1017193" y="881512"/>
            <a:ext cx="4269126" cy="4942773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3" name="Google Shape;3043;g3ee677347c5_0_4987"/>
          <p:cNvSpPr txBox="1"/>
          <p:nvPr>
            <p:ph type="title"/>
          </p:nvPr>
        </p:nvSpPr>
        <p:spPr>
          <a:xfrm>
            <a:off x="713225" y="2321675"/>
            <a:ext cx="2230800" cy="22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g3ee677347c5_0_5002"/>
          <p:cNvSpPr txBox="1"/>
          <p:nvPr>
            <p:ph type="title"/>
          </p:nvPr>
        </p:nvSpPr>
        <p:spPr>
          <a:xfrm>
            <a:off x="713225" y="3236075"/>
            <a:ext cx="35760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grpSp>
        <p:nvGrpSpPr>
          <p:cNvPr id="3046" name="Google Shape;3046;g3ee677347c5_0_5002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047" name="Google Shape;3047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g3ee677347c5_0_50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g3ee677347c5_0_50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g3ee677347c5_0_50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g3ee677347c5_0_50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g3ee677347c5_0_50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g3ee677347c5_0_50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g3ee677347c5_0_50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g3ee677347c5_0_50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g3ee677347c5_0_50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g3ee677347c5_0_50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g3ee677347c5_0_50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g3ee677347c5_0_50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g3ee677347c5_0_50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g3ee677347c5_0_50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9" name="Google Shape;3069;g3ee677347c5_0_5002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3070" name="Google Shape;3070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g3ee677347c5_0_50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g3ee677347c5_0_50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g3ee677347c5_0_50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g3ee677347c5_0_50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g3ee677347c5_0_50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g3ee677347c5_0_50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g3ee677347c5_0_50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g3ee677347c5_0_50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g3ee677347c5_0_500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g3ee677347c5_0_5002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g3ee677347c5_0_5002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g3ee677347c5_0_50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g3ee677347c5_0_50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g3ee677347c5_0_50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g3ee677347c5_0_50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g3ee677347c5_0_50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g3ee677347c5_0_50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g3ee677347c5_0_50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g3ee677347c5_0_50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g3ee677347c5_0_5002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g3ee677347c5_0_50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g3ee677347c5_0_5002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g3ee677347c5_0_5002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g3ee677347c5_0_5002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g3ee677347c5_0_5002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g3ee677347c5_0_5002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g3ee677347c5_0_5002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g3ee677347c5_0_5002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g3ee677347c5_0_5002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g3ee677347c5_0_5002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g3ee677347c5_0_5002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g3ee677347c5_0_5002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g3ee677347c5_0_5002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g3ee677347c5_0_5002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g3ee677347c5_0_5002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_ONLY_1"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g3ee677347c5_0_5068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112" name="Google Shape;3112;g3ee677347c5_0_5068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13" name="Google Shape;3113;g3ee677347c5_0_5068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114" name="Google Shape;3114;g3ee677347c5_0_50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5" name="Google Shape;3115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6" name="Google Shape;3116;g3ee677347c5_0_506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7" name="Google Shape;3117;g3ee677347c5_0_506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g3ee677347c5_0_506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9" name="Google Shape;3119;g3ee677347c5_0_506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0" name="Google Shape;3120;g3ee677347c5_0_50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1" name="Google Shape;3121;g3ee677347c5_0_50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2" name="Google Shape;3122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g3ee677347c5_0_506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4" name="Google Shape;3124;g3ee677347c5_0_506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5" name="Google Shape;3125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6" name="Google Shape;3126;g3ee677347c5_0_506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7" name="Google Shape;3127;g3ee677347c5_0_506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8" name="Google Shape;3128;g3ee677347c5_0_506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9" name="Google Shape;3129;g3ee677347c5_0_506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0" name="Google Shape;3130;g3ee677347c5_0_506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1" name="Google Shape;3131;g3ee677347c5_0_506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2" name="Google Shape;3132;g3ee677347c5_0_506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3" name="Google Shape;3133;g3ee677347c5_0_50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4" name="Google Shape;3134;g3ee677347c5_0_50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5" name="Google Shape;3135;g3ee677347c5_0_506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6" name="Google Shape;3136;g3ee677347c5_0_5068"/>
          <p:cNvSpPr txBox="1"/>
          <p:nvPr>
            <p:ph idx="1" type="subTitle"/>
          </p:nvPr>
        </p:nvSpPr>
        <p:spPr>
          <a:xfrm>
            <a:off x="1399032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7" name="Google Shape;3137;g3ee677347c5_0_5068"/>
          <p:cNvSpPr txBox="1"/>
          <p:nvPr>
            <p:ph idx="2" type="subTitle"/>
          </p:nvPr>
        </p:nvSpPr>
        <p:spPr>
          <a:xfrm>
            <a:off x="713232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8" name="Google Shape;3138;g3ee677347c5_0_5068"/>
          <p:cNvSpPr txBox="1"/>
          <p:nvPr>
            <p:ph idx="3" type="subTitle"/>
          </p:nvPr>
        </p:nvSpPr>
        <p:spPr>
          <a:xfrm>
            <a:off x="1399032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9" name="Google Shape;3139;g3ee677347c5_0_5068"/>
          <p:cNvSpPr txBox="1"/>
          <p:nvPr>
            <p:ph idx="4" type="subTitle"/>
          </p:nvPr>
        </p:nvSpPr>
        <p:spPr>
          <a:xfrm>
            <a:off x="713232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0" name="Google Shape;3140;g3ee677347c5_0_5068"/>
          <p:cNvSpPr txBox="1"/>
          <p:nvPr>
            <p:ph idx="5" type="subTitle"/>
          </p:nvPr>
        </p:nvSpPr>
        <p:spPr>
          <a:xfrm>
            <a:off x="6263640" y="1645362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1" name="Google Shape;3141;g3ee677347c5_0_5068"/>
          <p:cNvSpPr txBox="1"/>
          <p:nvPr>
            <p:ph idx="6" type="subTitle"/>
          </p:nvPr>
        </p:nvSpPr>
        <p:spPr>
          <a:xfrm>
            <a:off x="6263640" y="188483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2" name="Google Shape;3142;g3ee677347c5_0_5068"/>
          <p:cNvSpPr txBox="1"/>
          <p:nvPr>
            <p:ph idx="7" type="subTitle"/>
          </p:nvPr>
        </p:nvSpPr>
        <p:spPr>
          <a:xfrm>
            <a:off x="6263640" y="3044394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43" name="Google Shape;3143;g3ee677347c5_0_5068"/>
          <p:cNvSpPr txBox="1"/>
          <p:nvPr>
            <p:ph idx="8" type="subTitle"/>
          </p:nvPr>
        </p:nvSpPr>
        <p:spPr>
          <a:xfrm>
            <a:off x="6263640" y="3283870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1_1">
    <p:spTree>
      <p:nvGrpSpPr>
        <p:cNvPr id="3144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3ee677347c5_0_5102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146" name="Google Shape;3146;g3ee677347c5_0_5102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47" name="Google Shape;3147;g3ee677347c5_0_5102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148" name="Google Shape;3148;g3ee677347c5_0_5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g3ee677347c5_0_51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1" name="Google Shape;3151;g3ee677347c5_0_51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2" name="Google Shape;3152;g3ee677347c5_0_51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3" name="Google Shape;3153;g3ee677347c5_0_51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4" name="Google Shape;3154;g3ee677347c5_0_5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g3ee677347c5_0_51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6" name="Google Shape;3156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7" name="Google Shape;3157;g3ee677347c5_0_51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g3ee677347c5_0_51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g3ee677347c5_0_51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g3ee677347c5_0_51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g3ee677347c5_0_51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g3ee677347c5_0_51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g3ee677347c5_0_51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g3ee677347c5_0_51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g3ee677347c5_0_51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g3ee677347c5_0_51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g3ee677347c5_0_51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g3ee677347c5_0_51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0" name="Google Shape;3170;g3ee677347c5_0_5102"/>
          <p:cNvSpPr txBox="1"/>
          <p:nvPr>
            <p:ph idx="1" type="subTitle"/>
          </p:nvPr>
        </p:nvSpPr>
        <p:spPr>
          <a:xfrm>
            <a:off x="1892808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1" name="Google Shape;3171;g3ee677347c5_0_5102"/>
          <p:cNvSpPr txBox="1"/>
          <p:nvPr>
            <p:ph idx="2" type="subTitle"/>
          </p:nvPr>
        </p:nvSpPr>
        <p:spPr>
          <a:xfrm>
            <a:off x="1892808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2" name="Google Shape;3172;g3ee677347c5_0_5102"/>
          <p:cNvSpPr txBox="1"/>
          <p:nvPr>
            <p:ph idx="3" type="subTitle"/>
          </p:nvPr>
        </p:nvSpPr>
        <p:spPr>
          <a:xfrm>
            <a:off x="1892808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3" name="Google Shape;3173;g3ee677347c5_0_5102"/>
          <p:cNvSpPr txBox="1"/>
          <p:nvPr>
            <p:ph idx="4" type="subTitle"/>
          </p:nvPr>
        </p:nvSpPr>
        <p:spPr>
          <a:xfrm>
            <a:off x="1892808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4" name="Google Shape;3174;g3ee677347c5_0_5102"/>
          <p:cNvSpPr txBox="1"/>
          <p:nvPr>
            <p:ph idx="5" type="subTitle"/>
          </p:nvPr>
        </p:nvSpPr>
        <p:spPr>
          <a:xfrm>
            <a:off x="5980176" y="142099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5" name="Google Shape;3175;g3ee677347c5_0_5102"/>
          <p:cNvSpPr txBox="1"/>
          <p:nvPr>
            <p:ph idx="6" type="subTitle"/>
          </p:nvPr>
        </p:nvSpPr>
        <p:spPr>
          <a:xfrm>
            <a:off x="5980176" y="1987920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6" name="Google Shape;3176;g3ee677347c5_0_5102"/>
          <p:cNvSpPr txBox="1"/>
          <p:nvPr>
            <p:ph idx="7" type="subTitle"/>
          </p:nvPr>
        </p:nvSpPr>
        <p:spPr>
          <a:xfrm>
            <a:off x="5980176" y="2976347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7" name="Google Shape;3177;g3ee677347c5_0_5102"/>
          <p:cNvSpPr txBox="1"/>
          <p:nvPr>
            <p:ph idx="8" type="subTitle"/>
          </p:nvPr>
        </p:nvSpPr>
        <p:spPr>
          <a:xfrm>
            <a:off x="5980176" y="3543275"/>
            <a:ext cx="231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"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g3ee677347c5_0_5136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180" name="Google Shape;3180;g3ee677347c5_0_5136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81" name="Google Shape;3181;g3ee677347c5_0_5136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182" name="Google Shape;3182;g3ee677347c5_0_51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g3ee677347c5_0_513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g3ee677347c5_0_513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6" name="Google Shape;3186;g3ee677347c5_0_513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7" name="Google Shape;3187;g3ee677347c5_0_513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8" name="Google Shape;3188;g3ee677347c5_0_51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g3ee677347c5_0_513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g3ee677347c5_0_513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g3ee677347c5_0_513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g3ee677347c5_0_513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g3ee677347c5_0_513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g3ee677347c5_0_513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g3ee677347c5_0_513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g3ee677347c5_0_513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g3ee677347c5_0_513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g3ee677347c5_0_513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g3ee677347c5_0_513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g3ee677347c5_0_513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g3ee677347c5_0_513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4" name="Google Shape;3204;g3ee677347c5_0_5136"/>
          <p:cNvSpPr txBox="1"/>
          <p:nvPr>
            <p:ph idx="1" type="subTitle"/>
          </p:nvPr>
        </p:nvSpPr>
        <p:spPr>
          <a:xfrm>
            <a:off x="2670048" y="1289304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5" name="Google Shape;3205;g3ee677347c5_0_5136"/>
          <p:cNvSpPr txBox="1"/>
          <p:nvPr>
            <p:ph idx="2" type="subTitle"/>
          </p:nvPr>
        </p:nvSpPr>
        <p:spPr>
          <a:xfrm>
            <a:off x="1005840" y="1591056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6" name="Google Shape;3206;g3ee677347c5_0_5136"/>
          <p:cNvSpPr txBox="1"/>
          <p:nvPr>
            <p:ph idx="3" type="subTitle"/>
          </p:nvPr>
        </p:nvSpPr>
        <p:spPr>
          <a:xfrm>
            <a:off x="2670048" y="353872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7" name="Google Shape;3207;g3ee677347c5_0_5136"/>
          <p:cNvSpPr txBox="1"/>
          <p:nvPr>
            <p:ph idx="4" type="subTitle"/>
          </p:nvPr>
        </p:nvSpPr>
        <p:spPr>
          <a:xfrm>
            <a:off x="1005840" y="3840480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8" name="Google Shape;3208;g3ee677347c5_0_5136"/>
          <p:cNvSpPr txBox="1"/>
          <p:nvPr>
            <p:ph idx="5" type="subTitle"/>
          </p:nvPr>
        </p:nvSpPr>
        <p:spPr>
          <a:xfrm>
            <a:off x="2670048" y="2414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09" name="Google Shape;3209;g3ee677347c5_0_5136"/>
          <p:cNvSpPr txBox="1"/>
          <p:nvPr>
            <p:ph idx="6" type="subTitle"/>
          </p:nvPr>
        </p:nvSpPr>
        <p:spPr>
          <a:xfrm>
            <a:off x="1005840" y="2715767"/>
            <a:ext cx="2916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1_2"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g3ee677347c5_0_5168"/>
          <p:cNvSpPr txBox="1"/>
          <p:nvPr>
            <p:ph idx="1" type="subTitle"/>
          </p:nvPr>
        </p:nvSpPr>
        <p:spPr>
          <a:xfrm>
            <a:off x="1399032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2" name="Google Shape;3212;g3ee677347c5_0_5168"/>
          <p:cNvSpPr txBox="1"/>
          <p:nvPr>
            <p:ph idx="2" type="subTitle"/>
          </p:nvPr>
        </p:nvSpPr>
        <p:spPr>
          <a:xfrm>
            <a:off x="713232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3" name="Google Shape;3213;g3ee677347c5_0_5168"/>
          <p:cNvSpPr txBox="1"/>
          <p:nvPr>
            <p:ph idx="3" type="subTitle"/>
          </p:nvPr>
        </p:nvSpPr>
        <p:spPr>
          <a:xfrm>
            <a:off x="1399032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4" name="Google Shape;3214;g3ee677347c5_0_5168"/>
          <p:cNvSpPr txBox="1"/>
          <p:nvPr>
            <p:ph idx="4" type="subTitle"/>
          </p:nvPr>
        </p:nvSpPr>
        <p:spPr>
          <a:xfrm>
            <a:off x="713232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5" name="Google Shape;3215;g3ee677347c5_0_5168"/>
          <p:cNvSpPr txBox="1"/>
          <p:nvPr>
            <p:ph idx="5" type="subTitle"/>
          </p:nvPr>
        </p:nvSpPr>
        <p:spPr>
          <a:xfrm>
            <a:off x="6263640" y="1521000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6" name="Google Shape;3216;g3ee677347c5_0_5168"/>
          <p:cNvSpPr txBox="1"/>
          <p:nvPr>
            <p:ph idx="6" type="subTitle"/>
          </p:nvPr>
        </p:nvSpPr>
        <p:spPr>
          <a:xfrm>
            <a:off x="6263640" y="1792272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7" name="Google Shape;3217;g3ee677347c5_0_5168"/>
          <p:cNvSpPr txBox="1"/>
          <p:nvPr>
            <p:ph idx="7" type="subTitle"/>
          </p:nvPr>
        </p:nvSpPr>
        <p:spPr>
          <a:xfrm>
            <a:off x="6263640" y="3188256"/>
            <a:ext cx="1481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8" name="Google Shape;3218;g3ee677347c5_0_5168"/>
          <p:cNvSpPr txBox="1"/>
          <p:nvPr>
            <p:ph idx="8" type="subTitle"/>
          </p:nvPr>
        </p:nvSpPr>
        <p:spPr>
          <a:xfrm>
            <a:off x="6263640" y="3459528"/>
            <a:ext cx="2167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19" name="Google Shape;3219;g3ee677347c5_0_5168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220" name="Google Shape;3220;g3ee677347c5_0_5168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21" name="Google Shape;3221;g3ee677347c5_0_5168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222" name="Google Shape;3222;g3ee677347c5_0_51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g3ee677347c5_0_516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5" name="Google Shape;3225;g3ee677347c5_0_516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6" name="Google Shape;3226;g3ee677347c5_0_516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g3ee677347c5_0_516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g3ee677347c5_0_51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9" name="Google Shape;3229;g3ee677347c5_0_516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0" name="Google Shape;3230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1" name="Google Shape;3231;g3ee677347c5_0_516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2" name="Google Shape;3232;g3ee677347c5_0_516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3" name="Google Shape;3233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4" name="Google Shape;3234;g3ee677347c5_0_516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5" name="Google Shape;3235;g3ee677347c5_0_516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6" name="Google Shape;3236;g3ee677347c5_0_516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7" name="Google Shape;3237;g3ee677347c5_0_516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g3ee677347c5_0_516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g3ee677347c5_0_516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g3ee677347c5_0_516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g3ee677347c5_0_516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g3ee677347c5_0_516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g3ee677347c5_0_516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ONLY_1_1_1"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ee677347c5_0_5202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246" name="Google Shape;3246;g3ee677347c5_0_5202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7" name="Google Shape;3247;g3ee677347c5_0_5202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248" name="Google Shape;3248;g3ee677347c5_0_52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9" name="Google Shape;3249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g3ee677347c5_0_52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1" name="Google Shape;3251;g3ee677347c5_0_52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2" name="Google Shape;3252;g3ee677347c5_0_52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g3ee677347c5_0_52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4" name="Google Shape;3254;g3ee677347c5_0_52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g3ee677347c5_0_52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g3ee677347c5_0_52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g3ee677347c5_0_52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g3ee677347c5_0_52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g3ee677347c5_0_52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g3ee677347c5_0_52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g3ee677347c5_0_52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g3ee677347c5_0_52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g3ee677347c5_0_52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g3ee677347c5_0_52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g3ee677347c5_0_52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g3ee677347c5_0_52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g3ee677347c5_0_52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0" name="Google Shape;3270;g3ee677347c5_0_5202"/>
          <p:cNvSpPr txBox="1"/>
          <p:nvPr>
            <p:ph idx="1" type="subTitle"/>
          </p:nvPr>
        </p:nvSpPr>
        <p:spPr>
          <a:xfrm>
            <a:off x="2064284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1" name="Google Shape;3271;g3ee677347c5_0_5202"/>
          <p:cNvSpPr txBox="1"/>
          <p:nvPr>
            <p:ph idx="2" type="subTitle"/>
          </p:nvPr>
        </p:nvSpPr>
        <p:spPr>
          <a:xfrm>
            <a:off x="2064284" y="1591056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2" name="Google Shape;3272;g3ee677347c5_0_5202"/>
          <p:cNvSpPr txBox="1"/>
          <p:nvPr>
            <p:ph idx="3" type="subTitle"/>
          </p:nvPr>
        </p:nvSpPr>
        <p:spPr>
          <a:xfrm>
            <a:off x="2064284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3" name="Google Shape;3273;g3ee677347c5_0_5202"/>
          <p:cNvSpPr txBox="1"/>
          <p:nvPr>
            <p:ph idx="4" type="subTitle"/>
          </p:nvPr>
        </p:nvSpPr>
        <p:spPr>
          <a:xfrm>
            <a:off x="2064272" y="375818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4" name="Google Shape;3274;g3ee677347c5_0_5202"/>
          <p:cNvSpPr txBox="1"/>
          <p:nvPr>
            <p:ph idx="5" type="subTitle"/>
          </p:nvPr>
        </p:nvSpPr>
        <p:spPr>
          <a:xfrm>
            <a:off x="5833573" y="1271016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5" name="Google Shape;3275;g3ee677347c5_0_5202"/>
          <p:cNvSpPr txBox="1"/>
          <p:nvPr>
            <p:ph idx="6" type="subTitle"/>
          </p:nvPr>
        </p:nvSpPr>
        <p:spPr>
          <a:xfrm>
            <a:off x="5833572" y="1591050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6" name="Google Shape;3276;g3ee677347c5_0_5202"/>
          <p:cNvSpPr txBox="1"/>
          <p:nvPr>
            <p:ph idx="7" type="subTitle"/>
          </p:nvPr>
        </p:nvSpPr>
        <p:spPr>
          <a:xfrm>
            <a:off x="5833573" y="3447288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7" name="Google Shape;3277;g3ee677347c5_0_5202"/>
          <p:cNvSpPr txBox="1"/>
          <p:nvPr>
            <p:ph idx="8" type="subTitle"/>
          </p:nvPr>
        </p:nvSpPr>
        <p:spPr>
          <a:xfrm>
            <a:off x="5833572" y="3758175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8" name="Google Shape;3278;g3ee677347c5_0_5202"/>
          <p:cNvSpPr txBox="1"/>
          <p:nvPr>
            <p:ph idx="9" type="subTitle"/>
          </p:nvPr>
        </p:nvSpPr>
        <p:spPr>
          <a:xfrm>
            <a:off x="2064284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9" name="Google Shape;3279;g3ee677347c5_0_5202"/>
          <p:cNvSpPr txBox="1"/>
          <p:nvPr>
            <p:ph idx="13" type="subTitle"/>
          </p:nvPr>
        </p:nvSpPr>
        <p:spPr>
          <a:xfrm>
            <a:off x="2064272" y="2660904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80" name="Google Shape;3280;g3ee677347c5_0_5202"/>
          <p:cNvSpPr txBox="1"/>
          <p:nvPr>
            <p:ph idx="14" type="subTitle"/>
          </p:nvPr>
        </p:nvSpPr>
        <p:spPr>
          <a:xfrm>
            <a:off x="5833573" y="2359152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81" name="Google Shape;3281;g3ee677347c5_0_5202"/>
          <p:cNvSpPr txBox="1"/>
          <p:nvPr>
            <p:ph idx="15" type="subTitle"/>
          </p:nvPr>
        </p:nvSpPr>
        <p:spPr>
          <a:xfrm>
            <a:off x="5833572" y="2660901"/>
            <a:ext cx="2176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TITLE_ONLY_1_1_1_1">
    <p:spTree>
      <p:nvGrpSpPr>
        <p:cNvPr id="3282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g3ee677347c5_0_5240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284" name="Google Shape;3284;g3ee677347c5_0_5240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85" name="Google Shape;3285;g3ee677347c5_0_5240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286" name="Google Shape;3286;g3ee677347c5_0_524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8" name="Google Shape;3288;g3ee677347c5_0_5240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9" name="Google Shape;3289;g3ee677347c5_0_5240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0" name="Google Shape;3290;g3ee677347c5_0_5240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1" name="Google Shape;3291;g3ee677347c5_0_5240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2" name="Google Shape;3292;g3ee677347c5_0_524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3" name="Google Shape;3293;g3ee677347c5_0_5240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g3ee677347c5_0_5240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6" name="Google Shape;3296;g3ee677347c5_0_5240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g3ee677347c5_0_5240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g3ee677347c5_0_5240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g3ee677347c5_0_5240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1" name="Google Shape;3301;g3ee677347c5_0_5240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2" name="Google Shape;3302;g3ee677347c5_0_5240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3" name="Google Shape;3303;g3ee677347c5_0_5240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4" name="Google Shape;3304;g3ee677347c5_0_5240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g3ee677347c5_0_5240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g3ee677347c5_0_5240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7" name="Google Shape;3307;g3ee677347c5_0_5240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8" name="Google Shape;3308;g3ee677347c5_0_5240"/>
          <p:cNvSpPr txBox="1"/>
          <p:nvPr>
            <p:ph idx="1" type="subTitle"/>
          </p:nvPr>
        </p:nvSpPr>
        <p:spPr>
          <a:xfrm>
            <a:off x="1706834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09" name="Google Shape;3309;g3ee677347c5_0_5240"/>
          <p:cNvSpPr txBox="1"/>
          <p:nvPr>
            <p:ph idx="2" type="subTitle"/>
          </p:nvPr>
        </p:nvSpPr>
        <p:spPr>
          <a:xfrm>
            <a:off x="1706830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0" name="Google Shape;3310;g3ee677347c5_0_5240"/>
          <p:cNvSpPr txBox="1"/>
          <p:nvPr>
            <p:ph idx="3" type="subTitle"/>
          </p:nvPr>
        </p:nvSpPr>
        <p:spPr>
          <a:xfrm>
            <a:off x="4385072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1" name="Google Shape;3311;g3ee677347c5_0_5240"/>
          <p:cNvSpPr txBox="1"/>
          <p:nvPr>
            <p:ph idx="4" type="subTitle"/>
          </p:nvPr>
        </p:nvSpPr>
        <p:spPr>
          <a:xfrm>
            <a:off x="438507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2" name="Google Shape;3312;g3ee677347c5_0_5240"/>
          <p:cNvSpPr txBox="1"/>
          <p:nvPr>
            <p:ph idx="5" type="subTitle"/>
          </p:nvPr>
        </p:nvSpPr>
        <p:spPr>
          <a:xfrm>
            <a:off x="4385072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3" name="Google Shape;3313;g3ee677347c5_0_5240"/>
          <p:cNvSpPr txBox="1"/>
          <p:nvPr>
            <p:ph idx="6" type="subTitle"/>
          </p:nvPr>
        </p:nvSpPr>
        <p:spPr>
          <a:xfrm>
            <a:off x="438507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4" name="Google Shape;3314;g3ee677347c5_0_5240"/>
          <p:cNvSpPr txBox="1"/>
          <p:nvPr>
            <p:ph idx="7" type="subTitle"/>
          </p:nvPr>
        </p:nvSpPr>
        <p:spPr>
          <a:xfrm>
            <a:off x="7063323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5" name="Google Shape;3315;g3ee677347c5_0_5240"/>
          <p:cNvSpPr txBox="1"/>
          <p:nvPr>
            <p:ph idx="8" type="subTitle"/>
          </p:nvPr>
        </p:nvSpPr>
        <p:spPr>
          <a:xfrm>
            <a:off x="70633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6" name="Google Shape;3316;g3ee677347c5_0_5240"/>
          <p:cNvSpPr txBox="1"/>
          <p:nvPr>
            <p:ph idx="9" type="subTitle"/>
          </p:nvPr>
        </p:nvSpPr>
        <p:spPr>
          <a:xfrm>
            <a:off x="1706834" y="2939280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7" name="Google Shape;3317;g3ee677347c5_0_5240"/>
          <p:cNvSpPr txBox="1"/>
          <p:nvPr>
            <p:ph idx="13" type="subTitle"/>
          </p:nvPr>
        </p:nvSpPr>
        <p:spPr>
          <a:xfrm>
            <a:off x="1706822" y="3243110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8" name="Google Shape;3318;g3ee677347c5_0_5240"/>
          <p:cNvSpPr txBox="1"/>
          <p:nvPr>
            <p:ph idx="14" type="subTitle"/>
          </p:nvPr>
        </p:nvSpPr>
        <p:spPr>
          <a:xfrm>
            <a:off x="7063323" y="1527205"/>
            <a:ext cx="1252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19" name="Google Shape;3319;g3ee677347c5_0_5240"/>
          <p:cNvSpPr txBox="1"/>
          <p:nvPr>
            <p:ph idx="15" type="subTitle"/>
          </p:nvPr>
        </p:nvSpPr>
        <p:spPr>
          <a:xfrm>
            <a:off x="7063322" y="1831051"/>
            <a:ext cx="1371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TITLE_ONLY_2"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g3ee677347c5_0_5278"/>
          <p:cNvSpPr txBox="1"/>
          <p:nvPr>
            <p:ph type="ctrTitle"/>
          </p:nvPr>
        </p:nvSpPr>
        <p:spPr>
          <a:xfrm>
            <a:off x="4572001" y="468450"/>
            <a:ext cx="3789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322" name="Google Shape;3322;g3ee677347c5_0_5278"/>
          <p:cNvCxnSpPr/>
          <p:nvPr/>
        </p:nvCxnSpPr>
        <p:spPr>
          <a:xfrm>
            <a:off x="8634675" y="-1604650"/>
            <a:ext cx="0" cy="2664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23" name="Google Shape;3323;g3ee677347c5_0_5278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324" name="Google Shape;3324;g3ee677347c5_0_52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5" name="Google Shape;3325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6" name="Google Shape;3326;g3ee677347c5_0_527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g3ee677347c5_0_527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8" name="Google Shape;3328;g3ee677347c5_0_527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9" name="Google Shape;3329;g3ee677347c5_0_527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0" name="Google Shape;3330;g3ee677347c5_0_52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1" name="Google Shape;3331;g3ee677347c5_0_527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2" name="Google Shape;3332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3" name="Google Shape;3333;g3ee677347c5_0_527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g3ee677347c5_0_527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5" name="Google Shape;3335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g3ee677347c5_0_527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7" name="Google Shape;3337;g3ee677347c5_0_527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8" name="Google Shape;3338;g3ee677347c5_0_527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g3ee677347c5_0_527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0" name="Google Shape;3340;g3ee677347c5_0_527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g3ee677347c5_0_527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g3ee677347c5_0_527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g3ee677347c5_0_527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g3ee677347c5_0_527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g3ee677347c5_0_527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6" name="Google Shape;3346;g3ee677347c5_0_5278"/>
          <p:cNvSpPr txBox="1"/>
          <p:nvPr>
            <p:ph idx="1" type="subTitle"/>
          </p:nvPr>
        </p:nvSpPr>
        <p:spPr>
          <a:xfrm>
            <a:off x="88696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7" name="Google Shape;3347;g3ee677347c5_0_5278"/>
          <p:cNvSpPr txBox="1"/>
          <p:nvPr>
            <p:ph idx="2" type="subTitle"/>
          </p:nvPr>
        </p:nvSpPr>
        <p:spPr>
          <a:xfrm>
            <a:off x="749808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8" name="Google Shape;3348;g3ee677347c5_0_5278"/>
          <p:cNvSpPr txBox="1"/>
          <p:nvPr>
            <p:ph idx="3" type="subTitle"/>
          </p:nvPr>
        </p:nvSpPr>
        <p:spPr>
          <a:xfrm>
            <a:off x="7077456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9" name="Google Shape;3349;g3ee677347c5_0_5278"/>
          <p:cNvSpPr txBox="1"/>
          <p:nvPr>
            <p:ph idx="4" type="subTitle"/>
          </p:nvPr>
        </p:nvSpPr>
        <p:spPr>
          <a:xfrm>
            <a:off x="6940296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0" name="Google Shape;3350;g3ee677347c5_0_5278"/>
          <p:cNvSpPr txBox="1"/>
          <p:nvPr>
            <p:ph idx="5" type="subTitle"/>
          </p:nvPr>
        </p:nvSpPr>
        <p:spPr>
          <a:xfrm>
            <a:off x="2950393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1" name="Google Shape;3351;g3ee677347c5_0_5278"/>
          <p:cNvSpPr txBox="1"/>
          <p:nvPr>
            <p:ph idx="6" type="subTitle"/>
          </p:nvPr>
        </p:nvSpPr>
        <p:spPr>
          <a:xfrm>
            <a:off x="2813304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2" name="Google Shape;3352;g3ee677347c5_0_5278"/>
          <p:cNvSpPr txBox="1"/>
          <p:nvPr>
            <p:ph idx="7" type="subTitle"/>
          </p:nvPr>
        </p:nvSpPr>
        <p:spPr>
          <a:xfrm>
            <a:off x="5013918" y="1261872"/>
            <a:ext cx="117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3" name="Google Shape;3353;g3ee677347c5_0_5278"/>
          <p:cNvSpPr txBox="1"/>
          <p:nvPr>
            <p:ph idx="8" type="subTitle"/>
          </p:nvPr>
        </p:nvSpPr>
        <p:spPr>
          <a:xfrm>
            <a:off x="4876800" y="3255264"/>
            <a:ext cx="1453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ONLY_2_1">
    <p:spTree>
      <p:nvGrpSpPr>
        <p:cNvPr id="3354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g3ee677347c5_0_5312"/>
          <p:cNvSpPr txBox="1"/>
          <p:nvPr>
            <p:ph idx="1" type="subTitle"/>
          </p:nvPr>
        </p:nvSpPr>
        <p:spPr>
          <a:xfrm>
            <a:off x="924358" y="2982025"/>
            <a:ext cx="1717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6" name="Google Shape;3356;g3ee677347c5_0_5312"/>
          <p:cNvSpPr txBox="1"/>
          <p:nvPr>
            <p:ph idx="2" type="subTitle"/>
          </p:nvPr>
        </p:nvSpPr>
        <p:spPr>
          <a:xfrm>
            <a:off x="724602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7" name="Google Shape;3357;g3ee677347c5_0_5312"/>
          <p:cNvSpPr txBox="1"/>
          <p:nvPr>
            <p:ph idx="3" type="subTitle"/>
          </p:nvPr>
        </p:nvSpPr>
        <p:spPr>
          <a:xfrm>
            <a:off x="3712963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8" name="Google Shape;3358;g3ee677347c5_0_5312"/>
          <p:cNvSpPr txBox="1"/>
          <p:nvPr>
            <p:ph idx="4" type="subTitle"/>
          </p:nvPr>
        </p:nvSpPr>
        <p:spPr>
          <a:xfrm>
            <a:off x="3513298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59" name="Google Shape;3359;g3ee677347c5_0_5312"/>
          <p:cNvSpPr txBox="1"/>
          <p:nvPr>
            <p:ph idx="5" type="subTitle"/>
          </p:nvPr>
        </p:nvSpPr>
        <p:spPr>
          <a:xfrm>
            <a:off x="6501707" y="2982025"/>
            <a:ext cx="1718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Condensed SemiBold"/>
              <a:buNone/>
              <a:defRPr sz="20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60" name="Google Shape;3360;g3ee677347c5_0_5312"/>
          <p:cNvSpPr txBox="1"/>
          <p:nvPr>
            <p:ph idx="6" type="subTitle"/>
          </p:nvPr>
        </p:nvSpPr>
        <p:spPr>
          <a:xfrm>
            <a:off x="6302000" y="3335720"/>
            <a:ext cx="2117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61" name="Google Shape;3361;g3ee677347c5_0_5312"/>
          <p:cNvSpPr txBox="1"/>
          <p:nvPr>
            <p:ph type="ctrTitle"/>
          </p:nvPr>
        </p:nvSpPr>
        <p:spPr>
          <a:xfrm flipH="1">
            <a:off x="770700" y="468450"/>
            <a:ext cx="380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362" name="Google Shape;3362;g3ee677347c5_0_5312"/>
          <p:cNvCxnSpPr/>
          <p:nvPr/>
        </p:nvCxnSpPr>
        <p:spPr>
          <a:xfrm>
            <a:off x="498025" y="-63925"/>
            <a:ext cx="0" cy="1124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63" name="Google Shape;3363;g3ee677347c5_0_5312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364" name="Google Shape;3364;g3ee677347c5_0_53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5" name="Google Shape;3365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6" name="Google Shape;3366;g3ee677347c5_0_531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7" name="Google Shape;3367;g3ee677347c5_0_531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g3ee677347c5_0_531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g3ee677347c5_0_531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g3ee677347c5_0_53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g3ee677347c5_0_531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g3ee677347c5_0_531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g3ee677347c5_0_531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g3ee677347c5_0_531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g3ee677347c5_0_531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g3ee677347c5_0_531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g3ee677347c5_0_531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g3ee677347c5_0_531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g3ee677347c5_0_531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2" name="Google Shape;3382;g3ee677347c5_0_531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3" name="Google Shape;3383;g3ee677347c5_0_531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4" name="Google Shape;3384;g3ee677347c5_0_531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5" name="Google Shape;3385;g3ee677347c5_0_531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g3ee677347c5_0_5344"/>
          <p:cNvSpPr txBox="1"/>
          <p:nvPr>
            <p:ph hasCustomPrompt="1" type="title"/>
          </p:nvPr>
        </p:nvSpPr>
        <p:spPr>
          <a:xfrm>
            <a:off x="713225" y="2012563"/>
            <a:ext cx="77175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88" name="Google Shape;3388;g3ee677347c5_0_5344"/>
          <p:cNvSpPr txBox="1"/>
          <p:nvPr>
            <p:ph idx="1" type="subTitle"/>
          </p:nvPr>
        </p:nvSpPr>
        <p:spPr>
          <a:xfrm>
            <a:off x="713225" y="2856738"/>
            <a:ext cx="771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89" name="Google Shape;3389;g3ee677347c5_0_5344"/>
          <p:cNvGrpSpPr/>
          <p:nvPr/>
        </p:nvGrpSpPr>
        <p:grpSpPr>
          <a:xfrm rot="-5400000">
            <a:off x="665620" y="3611829"/>
            <a:ext cx="877852" cy="2209092"/>
            <a:chOff x="-26858" y="-227337"/>
            <a:chExt cx="1093215" cy="2757917"/>
          </a:xfrm>
        </p:grpSpPr>
        <p:sp>
          <p:nvSpPr>
            <p:cNvPr id="3390" name="Google Shape;3390;g3ee677347c5_0_534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1" name="Google Shape;3391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2" name="Google Shape;3392;g3ee677347c5_0_5344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3" name="Google Shape;3393;g3ee677347c5_0_5344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g3ee677347c5_0_5344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g3ee677347c5_0_5344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6" name="Google Shape;3396;g3ee677347c5_0_534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7" name="Google Shape;3397;g3ee677347c5_0_5344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8" name="Google Shape;3398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9" name="Google Shape;3399;g3ee677347c5_0_5344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0" name="Google Shape;3400;g3ee677347c5_0_5344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1" name="Google Shape;3401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g3ee677347c5_0_534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3" name="Google Shape;3403;g3ee677347c5_0_5344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4" name="Google Shape;3404;g3ee677347c5_0_5344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g3ee677347c5_0_5344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g3ee677347c5_0_5344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g3ee677347c5_0_5344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g3ee677347c5_0_5344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g3ee677347c5_0_5344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g3ee677347c5_0_5344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g3ee677347c5_0_5344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2" name="Google Shape;3412;g3ee677347c5_0_5344"/>
          <p:cNvGrpSpPr/>
          <p:nvPr/>
        </p:nvGrpSpPr>
        <p:grpSpPr>
          <a:xfrm rot="5400000">
            <a:off x="7648034" y="-312722"/>
            <a:ext cx="1209907" cy="1782036"/>
            <a:chOff x="700771" y="-227337"/>
            <a:chExt cx="1458774" cy="2138785"/>
          </a:xfrm>
        </p:grpSpPr>
        <p:sp>
          <p:nvSpPr>
            <p:cNvPr id="3413" name="Google Shape;3413;g3ee677347c5_0_5344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4" name="Google Shape;3414;g3ee677347c5_0_534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5" name="Google Shape;3415;g3ee677347c5_0_5344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6" name="Google Shape;3416;g3ee677347c5_0_5344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7" name="Google Shape;3417;g3ee677347c5_0_5344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8" name="Google Shape;3418;g3ee677347c5_0_5344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9" name="Google Shape;3419;g3ee677347c5_0_5344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0" name="Google Shape;3420;g3ee677347c5_0_5344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1" name="Google Shape;3421;g3ee677347c5_0_5344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g3ee677347c5_0_5344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g3ee677347c5_0_5344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g3ee677347c5_0_5344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g3ee677347c5_0_5344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6" name="Google Shape;3426;g3ee677347c5_0_5344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g3ee677347c5_0_5344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g3ee677347c5_0_5344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g3ee677347c5_0_5344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g3ee677347c5_0_5344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g3ee677347c5_0_5344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2"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g3ee677347c5_0_5390"/>
          <p:cNvSpPr txBox="1"/>
          <p:nvPr>
            <p:ph type="title"/>
          </p:nvPr>
        </p:nvSpPr>
        <p:spPr>
          <a:xfrm>
            <a:off x="3126225" y="1370175"/>
            <a:ext cx="28914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34" name="Google Shape;3434;g3ee677347c5_0_5390"/>
          <p:cNvSpPr txBox="1"/>
          <p:nvPr>
            <p:ph idx="1" type="subTitle"/>
          </p:nvPr>
        </p:nvSpPr>
        <p:spPr>
          <a:xfrm>
            <a:off x="2033525" y="3073100"/>
            <a:ext cx="5076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35" name="Google Shape;3435;g3ee677347c5_0_5390"/>
          <p:cNvSpPr/>
          <p:nvPr/>
        </p:nvSpPr>
        <p:spPr>
          <a:xfrm flipH="1" rot="-5400000">
            <a:off x="3915139" y="-129225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g3ee677347c5_0_5390"/>
          <p:cNvSpPr/>
          <p:nvPr/>
        </p:nvSpPr>
        <p:spPr>
          <a:xfrm flipH="1" rot="5400000">
            <a:off x="3915139" y="3746750"/>
            <a:ext cx="1313715" cy="1522366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g3ee677347c5_0_5390"/>
          <p:cNvSpPr/>
          <p:nvPr/>
        </p:nvSpPr>
        <p:spPr>
          <a:xfrm rot="-5400000">
            <a:off x="4846692" y="771370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g3ee677347c5_0_5390"/>
          <p:cNvSpPr/>
          <p:nvPr/>
        </p:nvSpPr>
        <p:spPr>
          <a:xfrm rot="5400000">
            <a:off x="3995542" y="4059545"/>
            <a:ext cx="301768" cy="350541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3_1"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3ee677347c5_0_5397"/>
          <p:cNvSpPr txBox="1"/>
          <p:nvPr>
            <p:ph type="title"/>
          </p:nvPr>
        </p:nvSpPr>
        <p:spPr>
          <a:xfrm>
            <a:off x="3350875" y="17567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41" name="Google Shape;3441;g3ee677347c5_0_5397"/>
          <p:cNvSpPr txBox="1"/>
          <p:nvPr>
            <p:ph idx="1" type="subTitle"/>
          </p:nvPr>
        </p:nvSpPr>
        <p:spPr>
          <a:xfrm>
            <a:off x="3350825" y="26009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42" name="Google Shape;3442;g3ee677347c5_0_5397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3443" name="Google Shape;3443;g3ee677347c5_0_53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4" name="Google Shape;3444;g3ee677347c5_0_53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g3ee677347c5_0_5397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6" name="Google Shape;3446;g3ee677347c5_0_5397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g3ee677347c5_0_5397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8" name="Google Shape;3448;g3ee677347c5_0_5397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9" name="Google Shape;3449;g3ee677347c5_0_5397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0" name="Google Shape;3450;g3ee677347c5_0_5397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1" name="Google Shape;3451;g3ee677347c5_0_5397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2" name="Google Shape;3452;g3ee677347c5_0_5397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3" name="Google Shape;3453;g3ee677347c5_0_5397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4" name="Google Shape;3454;g3ee677347c5_0_5397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5" name="Google Shape;3455;g3ee677347c5_0_5397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6" name="Google Shape;3456;g3ee677347c5_0_5397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7" name="Google Shape;3457;g3ee677347c5_0_5397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8" name="Google Shape;3458;g3ee677347c5_0_5397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9" name="Google Shape;3459;g3ee677347c5_0_5397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g3ee677347c5_0_5397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g3ee677347c5_0_5397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2" name="Google Shape;3462;g3ee677347c5_0_5397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463" name="Google Shape;3463;g3ee677347c5_0_53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g3ee677347c5_0_5397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g3ee677347c5_0_5397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g3ee677347c5_0_5397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g3ee677347c5_0_5397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g3ee677347c5_0_53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g3ee677347c5_0_5397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2" name="Google Shape;3472;g3ee677347c5_0_5397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3" name="Google Shape;3473;g3ee677347c5_0_5397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4" name="Google Shape;3474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5" name="Google Shape;3475;g3ee677347c5_0_5397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6" name="Google Shape;3476;g3ee677347c5_0_5397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7" name="Google Shape;3477;g3ee677347c5_0_5397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8" name="Google Shape;3478;g3ee677347c5_0_5397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9" name="Google Shape;3479;g3ee677347c5_0_5397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0" name="Google Shape;3480;g3ee677347c5_0_5397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g3ee677347c5_0_5397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2" name="Google Shape;3482;g3ee677347c5_0_5397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3" name="Google Shape;3483;g3ee677347c5_0_5397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g3ee677347c5_0_5397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IG_NUMBER_3_2">
    <p:spTree>
      <p:nvGrpSpPr>
        <p:cNvPr id="3485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g3ee677347c5_0_5443"/>
          <p:cNvSpPr txBox="1"/>
          <p:nvPr>
            <p:ph type="title"/>
          </p:nvPr>
        </p:nvSpPr>
        <p:spPr>
          <a:xfrm>
            <a:off x="3350875" y="1857825"/>
            <a:ext cx="2442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87" name="Google Shape;3487;g3ee677347c5_0_5443"/>
          <p:cNvSpPr txBox="1"/>
          <p:nvPr>
            <p:ph idx="1" type="subTitle"/>
          </p:nvPr>
        </p:nvSpPr>
        <p:spPr>
          <a:xfrm>
            <a:off x="3350825" y="2702000"/>
            <a:ext cx="2442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88" name="Google Shape;3488;g3ee677347c5_0_5443"/>
          <p:cNvSpPr txBox="1"/>
          <p:nvPr>
            <p:ph idx="2" type="title"/>
          </p:nvPr>
        </p:nvSpPr>
        <p:spPr>
          <a:xfrm>
            <a:off x="846400" y="2818825"/>
            <a:ext cx="14160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89" name="Google Shape;3489;g3ee677347c5_0_5443"/>
          <p:cNvSpPr txBox="1"/>
          <p:nvPr>
            <p:ph idx="3" type="subTitle"/>
          </p:nvPr>
        </p:nvSpPr>
        <p:spPr>
          <a:xfrm>
            <a:off x="846400" y="3364175"/>
            <a:ext cx="14163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90" name="Google Shape;3490;g3ee677347c5_0_5443"/>
          <p:cNvSpPr txBox="1"/>
          <p:nvPr>
            <p:ph idx="4" type="title"/>
          </p:nvPr>
        </p:nvSpPr>
        <p:spPr>
          <a:xfrm>
            <a:off x="6878425" y="1110850"/>
            <a:ext cx="14172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91" name="Google Shape;3491;g3ee677347c5_0_5443"/>
          <p:cNvSpPr txBox="1"/>
          <p:nvPr>
            <p:ph idx="5" type="subTitle"/>
          </p:nvPr>
        </p:nvSpPr>
        <p:spPr>
          <a:xfrm>
            <a:off x="6878428" y="1646460"/>
            <a:ext cx="1417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92" name="Google Shape;3492;g3ee677347c5_0_5443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493" name="Google Shape;3493;g3ee677347c5_0_54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4" name="Google Shape;3494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5" name="Google Shape;3495;g3ee677347c5_0_544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6" name="Google Shape;3496;g3ee677347c5_0_544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7" name="Google Shape;3497;g3ee677347c5_0_544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8" name="Google Shape;3498;g3ee677347c5_0_544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9" name="Google Shape;3499;g3ee677347c5_0_54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0" name="Google Shape;3500;g3ee677347c5_0_54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1" name="Google Shape;3501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2" name="Google Shape;3502;g3ee677347c5_0_544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3" name="Google Shape;3503;g3ee677347c5_0_544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4" name="Google Shape;3504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g3ee677347c5_0_54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g3ee677347c5_0_544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7" name="Google Shape;3507;g3ee677347c5_0_544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g3ee677347c5_0_544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9" name="Google Shape;3509;g3ee677347c5_0_544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0" name="Google Shape;3510;g3ee677347c5_0_544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g3ee677347c5_0_544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2" name="Google Shape;3512;g3ee677347c5_0_54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3" name="Google Shape;3513;g3ee677347c5_0_54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4" name="Google Shape;3514;g3ee677347c5_0_544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15" name="Google Shape;3515;g3ee677347c5_0_5443"/>
          <p:cNvGrpSpPr/>
          <p:nvPr/>
        </p:nvGrpSpPr>
        <p:grpSpPr>
          <a:xfrm flipH="1" rot="-5400000">
            <a:off x="286059" y="-312722"/>
            <a:ext cx="1209907" cy="1782036"/>
            <a:chOff x="700771" y="-227337"/>
            <a:chExt cx="1458774" cy="2138785"/>
          </a:xfrm>
        </p:grpSpPr>
        <p:sp>
          <p:nvSpPr>
            <p:cNvPr id="3516" name="Google Shape;3516;g3ee677347c5_0_54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7" name="Google Shape;3517;g3ee677347c5_0_54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g3ee677347c5_0_544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9" name="Google Shape;3519;g3ee677347c5_0_544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0" name="Google Shape;3520;g3ee677347c5_0_544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1" name="Google Shape;3521;g3ee677347c5_0_544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g3ee677347c5_0_544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g3ee677347c5_0_544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g3ee677347c5_0_544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g3ee677347c5_0_544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6" name="Google Shape;3526;g3ee677347c5_0_5443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7" name="Google Shape;3527;g3ee677347c5_0_544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g3ee677347c5_0_544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g3ee677347c5_0_544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g3ee677347c5_0_544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g3ee677347c5_0_544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2" name="Google Shape;3532;g3ee677347c5_0_544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3" name="Google Shape;3533;g3ee677347c5_0_544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4" name="Google Shape;3534;g3ee677347c5_0_544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g3ee677347c5_0_5493"/>
          <p:cNvSpPr txBox="1"/>
          <p:nvPr>
            <p:ph type="title"/>
          </p:nvPr>
        </p:nvSpPr>
        <p:spPr>
          <a:xfrm>
            <a:off x="2345175" y="209105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37" name="Google Shape;3537;g3ee677347c5_0_5493"/>
          <p:cNvSpPr txBox="1"/>
          <p:nvPr>
            <p:ph idx="1" type="subTitle"/>
          </p:nvPr>
        </p:nvSpPr>
        <p:spPr>
          <a:xfrm>
            <a:off x="2345175" y="278282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38" name="Google Shape;3538;g3ee677347c5_0_5493"/>
          <p:cNvSpPr txBox="1"/>
          <p:nvPr>
            <p:ph idx="2" type="title"/>
          </p:nvPr>
        </p:nvSpPr>
        <p:spPr>
          <a:xfrm>
            <a:off x="2345175" y="36426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39" name="Google Shape;3539;g3ee677347c5_0_5493"/>
          <p:cNvSpPr txBox="1"/>
          <p:nvPr>
            <p:ph idx="3" type="subTitle"/>
          </p:nvPr>
        </p:nvSpPr>
        <p:spPr>
          <a:xfrm>
            <a:off x="2345175" y="43343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40" name="Google Shape;3540;g3ee677347c5_0_5493"/>
          <p:cNvSpPr txBox="1"/>
          <p:nvPr>
            <p:ph idx="4" type="title"/>
          </p:nvPr>
        </p:nvSpPr>
        <p:spPr>
          <a:xfrm>
            <a:off x="2345175" y="539500"/>
            <a:ext cx="4453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41" name="Google Shape;3541;g3ee677347c5_0_5493"/>
          <p:cNvSpPr txBox="1"/>
          <p:nvPr>
            <p:ph idx="5" type="subTitle"/>
          </p:nvPr>
        </p:nvSpPr>
        <p:spPr>
          <a:xfrm>
            <a:off x="2345175" y="1231275"/>
            <a:ext cx="445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42" name="Google Shape;3542;g3ee677347c5_0_5493"/>
          <p:cNvGrpSpPr/>
          <p:nvPr/>
        </p:nvGrpSpPr>
        <p:grpSpPr>
          <a:xfrm rot="-5400000">
            <a:off x="286059" y="3717552"/>
            <a:ext cx="1209907" cy="1782036"/>
            <a:chOff x="700771" y="-227337"/>
            <a:chExt cx="1458774" cy="2138785"/>
          </a:xfrm>
        </p:grpSpPr>
        <p:sp>
          <p:nvSpPr>
            <p:cNvPr id="3543" name="Google Shape;3543;g3ee677347c5_0_54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4" name="Google Shape;3544;g3ee677347c5_0_54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5" name="Google Shape;3545;g3ee677347c5_0_5493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6" name="Google Shape;3546;g3ee677347c5_0_5493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7" name="Google Shape;3547;g3ee677347c5_0_5493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8" name="Google Shape;3548;g3ee677347c5_0_5493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9" name="Google Shape;3549;g3ee677347c5_0_5493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0" name="Google Shape;3550;g3ee677347c5_0_5493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1" name="Google Shape;3551;g3ee677347c5_0_5493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g3ee677347c5_0_5493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g3ee677347c5_0_5493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g3ee677347c5_0_5493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g3ee677347c5_0_5493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g3ee677347c5_0_5493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g3ee677347c5_0_5493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g3ee677347c5_0_5493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g3ee677347c5_0_5493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g3ee677347c5_0_5493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g3ee677347c5_0_5493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2" name="Google Shape;3562;g3ee677347c5_0_5493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3563" name="Google Shape;3563;g3ee677347c5_0_54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4" name="Google Shape;3564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5" name="Google Shape;3565;g3ee677347c5_0_549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g3ee677347c5_0_549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g3ee677347c5_0_549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g3ee677347c5_0_549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g3ee677347c5_0_54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g3ee677347c5_0_549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g3ee677347c5_0_549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g3ee677347c5_0_549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4" name="Google Shape;3574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5" name="Google Shape;3575;g3ee677347c5_0_549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6" name="Google Shape;3576;g3ee677347c5_0_549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7" name="Google Shape;3577;g3ee677347c5_0_549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g3ee677347c5_0_549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g3ee677347c5_0_549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g3ee677347c5_0_549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g3ee677347c5_0_549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2" name="Google Shape;3582;g3ee677347c5_0_549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3" name="Google Shape;3583;g3ee677347c5_0_549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" name="Google Shape;3584;g3ee677347c5_0_549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IG_NUMBER_1_1"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g3ee677347c5_0_5543"/>
          <p:cNvSpPr txBox="1"/>
          <p:nvPr>
            <p:ph type="title"/>
          </p:nvPr>
        </p:nvSpPr>
        <p:spPr>
          <a:xfrm>
            <a:off x="713225" y="2947500"/>
            <a:ext cx="385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87" name="Google Shape;3587;g3ee677347c5_0_5543"/>
          <p:cNvSpPr txBox="1"/>
          <p:nvPr>
            <p:ph idx="1" type="subTitle"/>
          </p:nvPr>
        </p:nvSpPr>
        <p:spPr>
          <a:xfrm>
            <a:off x="713225" y="3712464"/>
            <a:ext cx="3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88" name="Google Shape;3588;g3ee677347c5_0_5543"/>
          <p:cNvSpPr txBox="1"/>
          <p:nvPr>
            <p:ph idx="2" type="title"/>
          </p:nvPr>
        </p:nvSpPr>
        <p:spPr>
          <a:xfrm>
            <a:off x="4572175" y="1389175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89" name="Google Shape;3589;g3ee677347c5_0_5543"/>
          <p:cNvSpPr txBox="1"/>
          <p:nvPr>
            <p:ph idx="3" type="subTitle"/>
          </p:nvPr>
        </p:nvSpPr>
        <p:spPr>
          <a:xfrm>
            <a:off x="4572000" y="2157175"/>
            <a:ext cx="385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0" name="Google Shape;3590;g3ee677347c5_0_5543"/>
          <p:cNvSpPr txBox="1"/>
          <p:nvPr>
            <p:ph idx="4" type="title"/>
          </p:nvPr>
        </p:nvSpPr>
        <p:spPr>
          <a:xfrm>
            <a:off x="713225" y="1389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91" name="Google Shape;3591;g3ee677347c5_0_5543"/>
          <p:cNvSpPr txBox="1"/>
          <p:nvPr>
            <p:ph idx="5" type="subTitle"/>
          </p:nvPr>
        </p:nvSpPr>
        <p:spPr>
          <a:xfrm>
            <a:off x="713225" y="2157175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2" name="Google Shape;3592;g3ee677347c5_0_5543"/>
          <p:cNvSpPr txBox="1"/>
          <p:nvPr>
            <p:ph idx="6" type="title"/>
          </p:nvPr>
        </p:nvSpPr>
        <p:spPr>
          <a:xfrm>
            <a:off x="4572175" y="2945200"/>
            <a:ext cx="3858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93" name="Google Shape;3593;g3ee677347c5_0_5543"/>
          <p:cNvSpPr txBox="1"/>
          <p:nvPr>
            <p:ph idx="7" type="subTitle"/>
          </p:nvPr>
        </p:nvSpPr>
        <p:spPr>
          <a:xfrm>
            <a:off x="4572175" y="3713200"/>
            <a:ext cx="385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94" name="Google Shape;3594;g3ee677347c5_0_5543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595" name="Google Shape;3595;g3ee677347c5_0_55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g3ee677347c5_0_554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g3ee677347c5_0_554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g3ee677347c5_0_554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0" name="Google Shape;3600;g3ee677347c5_0_554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1" name="Google Shape;3601;g3ee677347c5_0_55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g3ee677347c5_0_554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g3ee677347c5_0_554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g3ee677347c5_0_554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g3ee677347c5_0_554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8" name="Google Shape;3608;g3ee677347c5_0_554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9" name="Google Shape;3609;g3ee677347c5_0_554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0" name="Google Shape;3610;g3ee677347c5_0_554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1" name="Google Shape;3611;g3ee677347c5_0_554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2" name="Google Shape;3612;g3ee677347c5_0_554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3" name="Google Shape;3613;g3ee677347c5_0_554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4" name="Google Shape;3614;g3ee677347c5_0_554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5" name="Google Shape;3615;g3ee677347c5_0_554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6" name="Google Shape;3616;g3ee677347c5_0_554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17" name="Shape 3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8" name="Google Shape;3618;g3ee677347c5_0_5575"/>
          <p:cNvSpPr txBox="1"/>
          <p:nvPr>
            <p:ph type="title"/>
          </p:nvPr>
        </p:nvSpPr>
        <p:spPr>
          <a:xfrm>
            <a:off x="5355638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19" name="Google Shape;3619;g3ee677347c5_0_5575"/>
          <p:cNvSpPr txBox="1"/>
          <p:nvPr>
            <p:ph idx="1" type="subTitle"/>
          </p:nvPr>
        </p:nvSpPr>
        <p:spPr>
          <a:xfrm>
            <a:off x="5355638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20" name="Google Shape;3620;g3ee677347c5_0_5575"/>
          <p:cNvCxnSpPr/>
          <p:nvPr/>
        </p:nvCxnSpPr>
        <p:spPr>
          <a:xfrm>
            <a:off x="5360975" y="2502600"/>
            <a:ext cx="3783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21" name="Google Shape;3621;g3ee677347c5_0_5575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622" name="Google Shape;3622;g3ee677347c5_0_557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g3ee677347c5_0_557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g3ee677347c5_0_557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6" name="Google Shape;3626;g3ee677347c5_0_557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g3ee677347c5_0_557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8" name="Google Shape;3628;g3ee677347c5_0_557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9" name="Google Shape;3629;g3ee677347c5_0_557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0" name="Google Shape;3630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1" name="Google Shape;3631;g3ee677347c5_0_557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g3ee677347c5_0_557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3" name="Google Shape;3633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4" name="Google Shape;3634;g3ee677347c5_0_557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g3ee677347c5_0_557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g3ee677347c5_0_557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g3ee677347c5_0_557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8" name="Google Shape;3638;g3ee677347c5_0_557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9" name="Google Shape;3639;g3ee677347c5_0_557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0" name="Google Shape;3640;g3ee677347c5_0_557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1" name="Google Shape;3641;g3ee677347c5_0_557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2" name="Google Shape;3642;g3ee677347c5_0_557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3" name="Google Shape;3643;g3ee677347c5_0_557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g3ee677347c5_0_5602"/>
          <p:cNvSpPr txBox="1"/>
          <p:nvPr>
            <p:ph type="title"/>
          </p:nvPr>
        </p:nvSpPr>
        <p:spPr>
          <a:xfrm flipH="1">
            <a:off x="1342550" y="1770450"/>
            <a:ext cx="2944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46" name="Google Shape;3646;g3ee677347c5_0_5602"/>
          <p:cNvSpPr txBox="1"/>
          <p:nvPr>
            <p:ph idx="1" type="subTitle"/>
          </p:nvPr>
        </p:nvSpPr>
        <p:spPr>
          <a:xfrm flipH="1">
            <a:off x="1342550" y="2387550"/>
            <a:ext cx="2944500" cy="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47" name="Google Shape;3647;g3ee677347c5_0_5602"/>
          <p:cNvGrpSpPr/>
          <p:nvPr/>
        </p:nvGrpSpPr>
        <p:grpSpPr>
          <a:xfrm rot="5400000">
            <a:off x="7613820" y="-665620"/>
            <a:ext cx="877852" cy="2209092"/>
            <a:chOff x="-26858" y="-227337"/>
            <a:chExt cx="1093215" cy="2757917"/>
          </a:xfrm>
        </p:grpSpPr>
        <p:sp>
          <p:nvSpPr>
            <p:cNvPr id="3648" name="Google Shape;3648;g3ee677347c5_0_56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g3ee677347c5_0_5602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g3ee677347c5_0_5602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g3ee677347c5_0_5602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g3ee677347c5_0_5602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g3ee677347c5_0_56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5" name="Google Shape;3655;g3ee677347c5_0_5602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6" name="Google Shape;3656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7" name="Google Shape;3657;g3ee677347c5_0_5602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8" name="Google Shape;3658;g3ee677347c5_0_5602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9" name="Google Shape;3659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0" name="Google Shape;3660;g3ee677347c5_0_5602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g3ee677347c5_0_5602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g3ee677347c5_0_5602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g3ee677347c5_0_5602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g3ee677347c5_0_5602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g3ee677347c5_0_5602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g3ee677347c5_0_5602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g3ee677347c5_0_5602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g3ee677347c5_0_5602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g3ee677347c5_0_5602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2"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1" name="Google Shape;3671;g3ee677347c5_0_5628"/>
          <p:cNvSpPr txBox="1"/>
          <p:nvPr>
            <p:ph type="title"/>
          </p:nvPr>
        </p:nvSpPr>
        <p:spPr>
          <a:xfrm flipH="1">
            <a:off x="1859026" y="1441125"/>
            <a:ext cx="29445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2" name="Google Shape;3672;g3ee677347c5_0_5628"/>
          <p:cNvSpPr txBox="1"/>
          <p:nvPr>
            <p:ph idx="1" type="subTitle"/>
          </p:nvPr>
        </p:nvSpPr>
        <p:spPr>
          <a:xfrm flipH="1">
            <a:off x="1859026" y="2577675"/>
            <a:ext cx="29445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73" name="Google Shape;3673;g3ee677347c5_0_5628"/>
          <p:cNvCxnSpPr/>
          <p:nvPr/>
        </p:nvCxnSpPr>
        <p:spPr>
          <a:xfrm rot="10800000">
            <a:off x="125" y="2502600"/>
            <a:ext cx="4867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74" name="Google Shape;3674;g3ee677347c5_0_5628"/>
          <p:cNvGrpSpPr/>
          <p:nvPr/>
        </p:nvGrpSpPr>
        <p:grpSpPr>
          <a:xfrm rot="-5400000">
            <a:off x="665615" y="3611829"/>
            <a:ext cx="877852" cy="2209092"/>
            <a:chOff x="-26858" y="-227337"/>
            <a:chExt cx="1093215" cy="2757917"/>
          </a:xfrm>
        </p:grpSpPr>
        <p:sp>
          <p:nvSpPr>
            <p:cNvPr id="3675" name="Google Shape;3675;g3ee677347c5_0_562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6" name="Google Shape;3676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7" name="Google Shape;3677;g3ee677347c5_0_5628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8" name="Google Shape;3678;g3ee677347c5_0_5628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9" name="Google Shape;3679;g3ee677347c5_0_5628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g3ee677347c5_0_5628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g3ee677347c5_0_562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2" name="Google Shape;3682;g3ee677347c5_0_5628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3" name="Google Shape;3683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4" name="Google Shape;3684;g3ee677347c5_0_5628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5" name="Google Shape;3685;g3ee677347c5_0_5628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6" name="Google Shape;3686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7" name="Google Shape;3687;g3ee677347c5_0_5628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8" name="Google Shape;3688;g3ee677347c5_0_5628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9" name="Google Shape;3689;g3ee677347c5_0_5628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0" name="Google Shape;3690;g3ee677347c5_0_5628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1" name="Google Shape;3691;g3ee677347c5_0_5628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2" name="Google Shape;3692;g3ee677347c5_0_5628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3" name="Google Shape;3693;g3ee677347c5_0_5628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4" name="Google Shape;3694;g3ee677347c5_0_5628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5" name="Google Shape;3695;g3ee677347c5_0_5628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6" name="Google Shape;3696;g3ee677347c5_0_5628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1_1"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g3ee677347c5_0_5655"/>
          <p:cNvSpPr txBox="1"/>
          <p:nvPr>
            <p:ph type="ctrTitle"/>
          </p:nvPr>
        </p:nvSpPr>
        <p:spPr>
          <a:xfrm>
            <a:off x="2769125" y="539500"/>
            <a:ext cx="36057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99" name="Google Shape;3699;g3ee677347c5_0_5655"/>
          <p:cNvSpPr txBox="1"/>
          <p:nvPr>
            <p:ph idx="1" type="subTitle"/>
          </p:nvPr>
        </p:nvSpPr>
        <p:spPr>
          <a:xfrm>
            <a:off x="2725300" y="1609975"/>
            <a:ext cx="3693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0" name="Google Shape;3700;g3ee677347c5_0_5655"/>
          <p:cNvSpPr txBox="1"/>
          <p:nvPr/>
        </p:nvSpPr>
        <p:spPr>
          <a:xfrm>
            <a:off x="3023550" y="3354600"/>
            <a:ext cx="30969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701" name="Google Shape;3701;g3ee677347c5_0_5655"/>
          <p:cNvGrpSpPr/>
          <p:nvPr/>
        </p:nvGrpSpPr>
        <p:grpSpPr>
          <a:xfrm flipH="1">
            <a:off x="0" y="2933725"/>
            <a:ext cx="2044793" cy="2209776"/>
            <a:chOff x="1384075" y="241450"/>
            <a:chExt cx="4822625" cy="5215425"/>
          </a:xfrm>
        </p:grpSpPr>
        <p:sp>
          <p:nvSpPr>
            <p:cNvPr id="3702" name="Google Shape;3702;g3ee677347c5_0_56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3" name="Google Shape;3703;g3ee677347c5_0_56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4" name="Google Shape;3704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5" name="Google Shape;3705;g3ee677347c5_0_5655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6" name="Google Shape;3706;g3ee677347c5_0_5655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7" name="Google Shape;3707;g3ee677347c5_0_5655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8" name="Google Shape;3708;g3ee677347c5_0_5655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9" name="Google Shape;3709;g3ee677347c5_0_5655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0" name="Google Shape;3710;g3ee677347c5_0_5655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1" name="Google Shape;3711;g3ee677347c5_0_5655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2" name="Google Shape;3712;g3ee677347c5_0_56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3" name="Google Shape;3713;g3ee677347c5_0_5655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4" name="Google Shape;3714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5" name="Google Shape;3715;g3ee677347c5_0_5655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6" name="Google Shape;3716;g3ee677347c5_0_5655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7" name="Google Shape;3717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8" name="Google Shape;3718;g3ee677347c5_0_5655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9" name="Google Shape;3719;g3ee677347c5_0_56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0" name="Google Shape;3720;g3ee677347c5_0_5655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1" name="Google Shape;3721;g3ee677347c5_0_5655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2" name="Google Shape;3722;g3ee677347c5_0_5655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3" name="Google Shape;3723;g3ee677347c5_0_5655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4" name="Google Shape;3724;g3ee677347c5_0_5655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5" name="Google Shape;3725;g3ee677347c5_0_5655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6" name="Google Shape;3726;g3ee677347c5_0_5655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7" name="Google Shape;3727;g3ee677347c5_0_5655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8" name="Google Shape;3728;g3ee677347c5_0_5655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9" name="Google Shape;3729;g3ee677347c5_0_5655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0" name="Google Shape;3730;g3ee677347c5_0_5655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1" name="Google Shape;3731;g3ee677347c5_0_5655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2" name="Google Shape;3732;g3ee677347c5_0_5655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3" name="Google Shape;3733;g3ee677347c5_0_5655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g3ee677347c5_0_5655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5" name="Google Shape;3735;g3ee677347c5_0_5655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6" name="Google Shape;3736;g3ee677347c5_0_5655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7" name="Google Shape;3737;g3ee677347c5_0_5655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8" name="Google Shape;3738;g3ee677347c5_0_5655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9" name="Google Shape;3739;g3ee677347c5_0_5655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0" name="Google Shape;3740;g3ee677347c5_0_5655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1" name="Google Shape;3741;g3ee677347c5_0_5655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2" name="Google Shape;3742;g3ee677347c5_0_5655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3" name="Google Shape;3743;g3ee677347c5_0_5655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4" name="Google Shape;3744;g3ee677347c5_0_5655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5" name="Google Shape;3745;g3ee677347c5_0_5655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6" name="Google Shape;3746;g3ee677347c5_0_5655"/>
          <p:cNvGrpSpPr/>
          <p:nvPr/>
        </p:nvGrpSpPr>
        <p:grpSpPr>
          <a:xfrm flipH="1">
            <a:off x="6934090" y="-76200"/>
            <a:ext cx="2286103" cy="2895537"/>
            <a:chOff x="-26858" y="-227337"/>
            <a:chExt cx="2186403" cy="2757917"/>
          </a:xfrm>
        </p:grpSpPr>
        <p:sp>
          <p:nvSpPr>
            <p:cNvPr id="3747" name="Google Shape;3747;g3ee677347c5_0_56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8" name="Google Shape;3748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9" name="Google Shape;3749;g3ee677347c5_0_5655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0" name="Google Shape;3750;g3ee677347c5_0_5655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1" name="Google Shape;3751;g3ee677347c5_0_5655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2" name="Google Shape;3752;g3ee677347c5_0_5655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3" name="Google Shape;3753;g3ee677347c5_0_56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4" name="Google Shape;3754;g3ee677347c5_0_5655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5" name="Google Shape;3755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6" name="Google Shape;3756;g3ee677347c5_0_5655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7" name="Google Shape;3757;g3ee677347c5_0_5655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8" name="Google Shape;3758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9" name="Google Shape;3759;g3ee677347c5_0_5655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0" name="Google Shape;3760;g3ee677347c5_0_56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1" name="Google Shape;3761;g3ee677347c5_0_5655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2" name="Google Shape;3762;g3ee677347c5_0_5655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3" name="Google Shape;3763;g3ee677347c5_0_5655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4" name="Google Shape;3764;g3ee677347c5_0_5655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5" name="Google Shape;3765;g3ee677347c5_0_5655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6" name="Google Shape;3766;g3ee677347c5_0_5655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7" name="Google Shape;3767;g3ee677347c5_0_5655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8" name="Google Shape;3768;g3ee677347c5_0_5655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9" name="Google Shape;3769;g3ee677347c5_0_5655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0" name="Google Shape;3770;g3ee677347c5_0_5655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1" name="Google Shape;3771;g3ee677347c5_0_5655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2" name="Google Shape;3772;g3ee677347c5_0_5655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3" name="Google Shape;3773;g3ee677347c5_0_5655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4" name="Google Shape;3774;g3ee677347c5_0_5655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g3ee677347c5_0_5655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g3ee677347c5_0_5655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g3ee677347c5_0_5655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g3ee677347c5_0_5655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g3ee677347c5_0_5655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g3ee677347c5_0_5655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1" name="Google Shape;3781;g3ee677347c5_0_5655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2" name="Google Shape;3782;g3ee677347c5_0_5655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g3ee677347c5_0_5655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g3ee677347c5_0_5655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g3ee677347c5_0_5655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g3ee677347c5_0_5655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787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">
    <p:bg>
      <p:bgPr>
        <a:solidFill>
          <a:schemeClr val="lt1"/>
        </a:solidFill>
      </p:bgPr>
    </p:bg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" name="Google Shape;3789;g3ee677347c5_0_5746"/>
          <p:cNvGrpSpPr/>
          <p:nvPr/>
        </p:nvGrpSpPr>
        <p:grpSpPr>
          <a:xfrm>
            <a:off x="7099200" y="2933725"/>
            <a:ext cx="2044793" cy="2209776"/>
            <a:chOff x="1384075" y="241450"/>
            <a:chExt cx="4822625" cy="5215425"/>
          </a:xfrm>
        </p:grpSpPr>
        <p:sp>
          <p:nvSpPr>
            <p:cNvPr id="3790" name="Google Shape;3790;g3ee677347c5_0_574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1" name="Google Shape;3791;g3ee677347c5_0_574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3" name="Google Shape;3793;g3ee677347c5_0_5746"/>
            <p:cNvSpPr/>
            <p:nvPr/>
          </p:nvSpPr>
          <p:spPr>
            <a:xfrm>
              <a:off x="4827375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4" name="Google Shape;3794;g3ee677347c5_0_5746"/>
            <p:cNvSpPr/>
            <p:nvPr/>
          </p:nvSpPr>
          <p:spPr>
            <a:xfrm>
              <a:off x="4827375" y="1875125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5" name="Google Shape;3795;g3ee677347c5_0_5746"/>
            <p:cNvSpPr/>
            <p:nvPr/>
          </p:nvSpPr>
          <p:spPr>
            <a:xfrm>
              <a:off x="5518700" y="2274575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0"/>
                  </a:moveTo>
                  <a:lnTo>
                    <a:pt x="0" y="31823"/>
                  </a:lnTo>
                  <a:lnTo>
                    <a:pt x="27520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6" name="Google Shape;3796;g3ee677347c5_0_5746"/>
            <p:cNvSpPr/>
            <p:nvPr/>
          </p:nvSpPr>
          <p:spPr>
            <a:xfrm>
              <a:off x="4827375" y="3865700"/>
              <a:ext cx="691350" cy="1195050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7" name="Google Shape;3797;g3ee677347c5_0_5746"/>
            <p:cNvSpPr/>
            <p:nvPr/>
          </p:nvSpPr>
          <p:spPr>
            <a:xfrm>
              <a:off x="4830700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8" name="Google Shape;3798;g3ee677347c5_0_5746"/>
            <p:cNvSpPr/>
            <p:nvPr/>
          </p:nvSpPr>
          <p:spPr>
            <a:xfrm>
              <a:off x="5518700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0" y="1"/>
                  </a:moveTo>
                  <a:lnTo>
                    <a:pt x="0" y="31824"/>
                  </a:lnTo>
                  <a:lnTo>
                    <a:pt x="27520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9" name="Google Shape;3799;g3ee677347c5_0_5746"/>
            <p:cNvSpPr/>
            <p:nvPr/>
          </p:nvSpPr>
          <p:spPr>
            <a:xfrm>
              <a:off x="5518700" y="2670675"/>
              <a:ext cx="688000" cy="798950"/>
            </a:xfrm>
            <a:custGeom>
              <a:rect b="b" l="l" r="r" t="t"/>
              <a:pathLst>
                <a:path extrusionOk="0" h="31958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0" name="Google Shape;3800;g3ee677347c5_0_574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1" name="Google Shape;3801;g3ee677347c5_0_5746"/>
            <p:cNvSpPr/>
            <p:nvPr/>
          </p:nvSpPr>
          <p:spPr>
            <a:xfrm>
              <a:off x="4827375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2" name="Google Shape;3802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3" name="Google Shape;3803;g3ee677347c5_0_5746"/>
            <p:cNvSpPr/>
            <p:nvPr/>
          </p:nvSpPr>
          <p:spPr>
            <a:xfrm>
              <a:off x="4139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4" name="Google Shape;3804;g3ee677347c5_0_5746"/>
            <p:cNvSpPr/>
            <p:nvPr/>
          </p:nvSpPr>
          <p:spPr>
            <a:xfrm>
              <a:off x="4139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5" name="Google Shape;3805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6" name="Google Shape;3806;g3ee677347c5_0_5746"/>
            <p:cNvSpPr/>
            <p:nvPr/>
          </p:nvSpPr>
          <p:spPr>
            <a:xfrm>
              <a:off x="3451375" y="307015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7" name="Google Shape;3807;g3ee677347c5_0_574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8" name="Google Shape;3808;g3ee677347c5_0_5746"/>
            <p:cNvSpPr/>
            <p:nvPr/>
          </p:nvSpPr>
          <p:spPr>
            <a:xfrm>
              <a:off x="3451375" y="1479000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9" name="Google Shape;3809;g3ee677347c5_0_5746"/>
            <p:cNvSpPr/>
            <p:nvPr/>
          </p:nvSpPr>
          <p:spPr>
            <a:xfrm>
              <a:off x="3448050" y="1878450"/>
              <a:ext cx="694675" cy="1191725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0" name="Google Shape;3810;g3ee677347c5_0_5746"/>
            <p:cNvSpPr/>
            <p:nvPr/>
          </p:nvSpPr>
          <p:spPr>
            <a:xfrm>
              <a:off x="4139375" y="1878450"/>
              <a:ext cx="688025" cy="1191725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1" name="Google Shape;3811;g3ee677347c5_0_5746"/>
            <p:cNvSpPr/>
            <p:nvPr/>
          </p:nvSpPr>
          <p:spPr>
            <a:xfrm>
              <a:off x="4382875" y="241450"/>
              <a:ext cx="201000" cy="22935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2" name="Google Shape;3812;g3ee677347c5_0_5746"/>
            <p:cNvSpPr/>
            <p:nvPr/>
          </p:nvSpPr>
          <p:spPr>
            <a:xfrm>
              <a:off x="4139375" y="682600"/>
              <a:ext cx="688025" cy="796425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3" name="Google Shape;3813;g3ee677347c5_0_5746"/>
            <p:cNvSpPr/>
            <p:nvPr/>
          </p:nvSpPr>
          <p:spPr>
            <a:xfrm>
              <a:off x="3451375" y="4661275"/>
              <a:ext cx="1376025" cy="795600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4" name="Google Shape;3814;g3ee677347c5_0_5746"/>
            <p:cNvSpPr/>
            <p:nvPr/>
          </p:nvSpPr>
          <p:spPr>
            <a:xfrm>
              <a:off x="4139375" y="3865700"/>
              <a:ext cx="688025" cy="1195050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5" name="Google Shape;3815;g3ee677347c5_0_5746"/>
            <p:cNvSpPr/>
            <p:nvPr/>
          </p:nvSpPr>
          <p:spPr>
            <a:xfrm>
              <a:off x="4139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g3ee677347c5_0_5746"/>
            <p:cNvSpPr/>
            <p:nvPr/>
          </p:nvSpPr>
          <p:spPr>
            <a:xfrm>
              <a:off x="4827375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7" name="Google Shape;3817;g3ee677347c5_0_5746"/>
            <p:cNvSpPr/>
            <p:nvPr/>
          </p:nvSpPr>
          <p:spPr>
            <a:xfrm>
              <a:off x="4827375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8" name="Google Shape;3818;g3ee677347c5_0_5746"/>
            <p:cNvSpPr/>
            <p:nvPr/>
          </p:nvSpPr>
          <p:spPr>
            <a:xfrm>
              <a:off x="3451375" y="3469600"/>
              <a:ext cx="688025" cy="795575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g3ee677347c5_0_5746"/>
            <p:cNvSpPr/>
            <p:nvPr/>
          </p:nvSpPr>
          <p:spPr>
            <a:xfrm>
              <a:off x="3451375" y="2670675"/>
              <a:ext cx="1376025" cy="1195050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g3ee677347c5_0_5746"/>
            <p:cNvSpPr/>
            <p:nvPr/>
          </p:nvSpPr>
          <p:spPr>
            <a:xfrm>
              <a:off x="2760050" y="2670675"/>
              <a:ext cx="691350" cy="798950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1" name="Google Shape;3821;g3ee677347c5_0_5746"/>
            <p:cNvSpPr/>
            <p:nvPr/>
          </p:nvSpPr>
          <p:spPr>
            <a:xfrm>
              <a:off x="2760050" y="307015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2" name="Google Shape;3822;g3ee677347c5_0_5746"/>
            <p:cNvSpPr/>
            <p:nvPr/>
          </p:nvSpPr>
          <p:spPr>
            <a:xfrm>
              <a:off x="3451375" y="2670675"/>
              <a:ext cx="688025" cy="798950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3" name="Google Shape;3823;g3ee677347c5_0_5746"/>
            <p:cNvSpPr/>
            <p:nvPr/>
          </p:nvSpPr>
          <p:spPr>
            <a:xfrm>
              <a:off x="2072075" y="14790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4" name="Google Shape;3824;g3ee677347c5_0_5746"/>
            <p:cNvSpPr/>
            <p:nvPr/>
          </p:nvSpPr>
          <p:spPr>
            <a:xfrm>
              <a:off x="1967825" y="2486400"/>
              <a:ext cx="322750" cy="371950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5" name="Google Shape;3825;g3ee677347c5_0_5746"/>
            <p:cNvSpPr/>
            <p:nvPr/>
          </p:nvSpPr>
          <p:spPr>
            <a:xfrm>
              <a:off x="2065400" y="1412275"/>
              <a:ext cx="218500" cy="254375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6" name="Google Shape;3826;g3ee677347c5_0_5746"/>
            <p:cNvSpPr/>
            <p:nvPr/>
          </p:nvSpPr>
          <p:spPr>
            <a:xfrm>
              <a:off x="2760050" y="1878450"/>
              <a:ext cx="691350" cy="1191725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7" name="Google Shape;3827;g3ee677347c5_0_5746"/>
            <p:cNvSpPr/>
            <p:nvPr/>
          </p:nvSpPr>
          <p:spPr>
            <a:xfrm>
              <a:off x="2760050" y="1479000"/>
              <a:ext cx="691350" cy="795600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8" name="Google Shape;3828;g3ee677347c5_0_5746"/>
            <p:cNvSpPr/>
            <p:nvPr/>
          </p:nvSpPr>
          <p:spPr>
            <a:xfrm>
              <a:off x="2072075" y="3865700"/>
              <a:ext cx="688000" cy="795600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g3ee677347c5_0_5746"/>
            <p:cNvSpPr/>
            <p:nvPr/>
          </p:nvSpPr>
          <p:spPr>
            <a:xfrm>
              <a:off x="1384075" y="4661275"/>
              <a:ext cx="688025" cy="795600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g3ee677347c5_0_5746"/>
            <p:cNvSpPr/>
            <p:nvPr/>
          </p:nvSpPr>
          <p:spPr>
            <a:xfrm>
              <a:off x="2760050" y="3865700"/>
              <a:ext cx="691350" cy="1591175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1" name="Google Shape;3831;g3ee677347c5_0_5746"/>
            <p:cNvSpPr/>
            <p:nvPr/>
          </p:nvSpPr>
          <p:spPr>
            <a:xfrm>
              <a:off x="2760050" y="3469600"/>
              <a:ext cx="691350" cy="795575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2" name="Google Shape;3832;g3ee677347c5_0_5746"/>
            <p:cNvSpPr/>
            <p:nvPr/>
          </p:nvSpPr>
          <p:spPr>
            <a:xfrm>
              <a:off x="3448050" y="3469600"/>
              <a:ext cx="691350" cy="159115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3" name="Google Shape;3833;g3ee677347c5_0_5746"/>
            <p:cNvSpPr/>
            <p:nvPr/>
          </p:nvSpPr>
          <p:spPr>
            <a:xfrm>
              <a:off x="2760050" y="2670675"/>
              <a:ext cx="1379350" cy="1195050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4" name="Google Shape;3834;g3ee677347c5_0_5746"/>
          <p:cNvGrpSpPr/>
          <p:nvPr/>
        </p:nvGrpSpPr>
        <p:grpSpPr>
          <a:xfrm>
            <a:off x="-76200" y="-76200"/>
            <a:ext cx="2286103" cy="2895537"/>
            <a:chOff x="-26858" y="-227337"/>
            <a:chExt cx="2186403" cy="2757917"/>
          </a:xfrm>
        </p:grpSpPr>
        <p:sp>
          <p:nvSpPr>
            <p:cNvPr id="3835" name="Google Shape;3835;g3ee677347c5_0_574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6" name="Google Shape;3836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7" name="Google Shape;3837;g3ee677347c5_0_5746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8" name="Google Shape;3838;g3ee677347c5_0_5746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9" name="Google Shape;3839;g3ee677347c5_0_5746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0" name="Google Shape;3840;g3ee677347c5_0_5746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1" name="Google Shape;3841;g3ee677347c5_0_574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2" name="Google Shape;3842;g3ee677347c5_0_5746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3" name="Google Shape;3843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4" name="Google Shape;3844;g3ee677347c5_0_5746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5" name="Google Shape;3845;g3ee677347c5_0_5746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6" name="Google Shape;3846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7" name="Google Shape;3847;g3ee677347c5_0_5746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8" name="Google Shape;3848;g3ee677347c5_0_574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9" name="Google Shape;3849;g3ee677347c5_0_5746"/>
            <p:cNvSpPr/>
            <p:nvPr/>
          </p:nvSpPr>
          <p:spPr>
            <a:xfrm rot="10800000">
              <a:off x="702529" y="1455450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1" y="1"/>
                  </a:moveTo>
                  <a:lnTo>
                    <a:pt x="1" y="15845"/>
                  </a:lnTo>
                  <a:lnTo>
                    <a:pt x="27521" y="31823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0" name="Google Shape;3850;g3ee677347c5_0_5746"/>
            <p:cNvSpPr/>
            <p:nvPr/>
          </p:nvSpPr>
          <p:spPr>
            <a:xfrm rot="10800000">
              <a:off x="700771" y="1034750"/>
              <a:ext cx="367344" cy="630184"/>
            </a:xfrm>
            <a:custGeom>
              <a:rect b="b" l="l" r="r" t="t"/>
              <a:pathLst>
                <a:path extrusionOk="0" h="47669" w="27787">
                  <a:moveTo>
                    <a:pt x="1" y="1"/>
                  </a:moveTo>
                  <a:lnTo>
                    <a:pt x="134" y="31823"/>
                  </a:lnTo>
                  <a:lnTo>
                    <a:pt x="27787" y="47668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1" name="Google Shape;3851;g3ee677347c5_0_5746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2" name="Google Shape;3852;g3ee677347c5_0_5746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3" name="Google Shape;3853;g3ee677347c5_0_5746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4" name="Google Shape;3854;g3ee677347c5_0_5746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5" name="Google Shape;3855;g3ee677347c5_0_5746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6" name="Google Shape;3856;g3ee677347c5_0_5746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g3ee677347c5_0_5746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8" name="Google Shape;3858;g3ee677347c5_0_5746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9" name="Google Shape;3859;g3ee677347c5_0_5746"/>
            <p:cNvSpPr/>
            <p:nvPr/>
          </p:nvSpPr>
          <p:spPr>
            <a:xfrm rot="10800000">
              <a:off x="702529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1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0" name="Google Shape;3860;g3ee677347c5_0_5746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1" name="Google Shape;3861;g3ee677347c5_0_5746"/>
            <p:cNvSpPr/>
            <p:nvPr/>
          </p:nvSpPr>
          <p:spPr>
            <a:xfrm rot="10800000">
              <a:off x="1066343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27654" y="1"/>
                  </a:moveTo>
                  <a:lnTo>
                    <a:pt x="1" y="15979"/>
                  </a:lnTo>
                  <a:lnTo>
                    <a:pt x="27654" y="31957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2" name="Google Shape;3862;g3ee677347c5_0_5746"/>
            <p:cNvSpPr/>
            <p:nvPr/>
          </p:nvSpPr>
          <p:spPr>
            <a:xfrm rot="10800000">
              <a:off x="1066343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1" y="0"/>
                  </a:moveTo>
                  <a:lnTo>
                    <a:pt x="1" y="31823"/>
                  </a:lnTo>
                  <a:lnTo>
                    <a:pt x="27654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3" name="Google Shape;3863;g3ee677347c5_0_5746"/>
            <p:cNvSpPr/>
            <p:nvPr/>
          </p:nvSpPr>
          <p:spPr>
            <a:xfrm rot="10800000">
              <a:off x="702529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1" y="1"/>
                  </a:moveTo>
                  <a:lnTo>
                    <a:pt x="1" y="31957"/>
                  </a:lnTo>
                  <a:lnTo>
                    <a:pt x="27521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4" name="Google Shape;3864;g3ee677347c5_0_5746"/>
            <p:cNvSpPr/>
            <p:nvPr/>
          </p:nvSpPr>
          <p:spPr>
            <a:xfrm rot="10800000">
              <a:off x="1431916" y="1455450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845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5" name="Google Shape;3865;g3ee677347c5_0_5746"/>
            <p:cNvSpPr/>
            <p:nvPr/>
          </p:nvSpPr>
          <p:spPr>
            <a:xfrm rot="10800000">
              <a:off x="1680188" y="1146763"/>
              <a:ext cx="170670" cy="196687"/>
            </a:xfrm>
            <a:custGeom>
              <a:rect b="b" l="l" r="r" t="t"/>
              <a:pathLst>
                <a:path extrusionOk="0" h="14878" w="12910">
                  <a:moveTo>
                    <a:pt x="1" y="0"/>
                  </a:moveTo>
                  <a:lnTo>
                    <a:pt x="1" y="14877"/>
                  </a:lnTo>
                  <a:lnTo>
                    <a:pt x="12910" y="750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6" name="Google Shape;3866;g3ee677347c5_0_5746"/>
            <p:cNvSpPr/>
            <p:nvPr/>
          </p:nvSpPr>
          <p:spPr>
            <a:xfrm rot="10800000">
              <a:off x="1683717" y="1776935"/>
              <a:ext cx="115543" cy="134513"/>
            </a:xfrm>
            <a:custGeom>
              <a:rect b="b" l="l" r="r" t="t"/>
              <a:pathLst>
                <a:path extrusionOk="0" h="10175" w="8740">
                  <a:moveTo>
                    <a:pt x="0" y="1"/>
                  </a:moveTo>
                  <a:lnTo>
                    <a:pt x="0" y="10175"/>
                  </a:lnTo>
                  <a:lnTo>
                    <a:pt x="8740" y="50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g3ee677347c5_0_5746"/>
            <p:cNvSpPr/>
            <p:nvPr/>
          </p:nvSpPr>
          <p:spPr>
            <a:xfrm rot="10800000">
              <a:off x="1066343" y="1034750"/>
              <a:ext cx="365586" cy="630184"/>
            </a:xfrm>
            <a:custGeom>
              <a:rect b="b" l="l" r="r" t="t"/>
              <a:pathLst>
                <a:path extrusionOk="0" h="47669" w="27654">
                  <a:moveTo>
                    <a:pt x="27654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1" y="31823"/>
                  </a:lnTo>
                  <a:lnTo>
                    <a:pt x="27654" y="31690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8" name="Google Shape;3868;g3ee677347c5_0_5746"/>
            <p:cNvSpPr/>
            <p:nvPr/>
          </p:nvSpPr>
          <p:spPr>
            <a:xfrm rot="10800000">
              <a:off x="1066343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1" y="1"/>
                  </a:moveTo>
                  <a:lnTo>
                    <a:pt x="1" y="31823"/>
                  </a:lnTo>
                  <a:lnTo>
                    <a:pt x="27654" y="15979"/>
                  </a:lnTo>
                  <a:lnTo>
                    <a:pt x="27654" y="158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9" name="Google Shape;3869;g3ee677347c5_0_5746"/>
            <p:cNvSpPr/>
            <p:nvPr/>
          </p:nvSpPr>
          <p:spPr>
            <a:xfrm rot="10800000">
              <a:off x="1431916" y="193363"/>
              <a:ext cx="363814" cy="420713"/>
            </a:xfrm>
            <a:custGeom>
              <a:rect b="b" l="l" r="r" t="t"/>
              <a:pathLst>
                <a:path extrusionOk="0" h="31824" w="27520">
                  <a:moveTo>
                    <a:pt x="27520" y="1"/>
                  </a:moveTo>
                  <a:lnTo>
                    <a:pt x="0" y="15979"/>
                  </a:lnTo>
                  <a:lnTo>
                    <a:pt x="27520" y="31824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0" name="Google Shape;3870;g3ee677347c5_0_5746"/>
            <p:cNvSpPr/>
            <p:nvPr/>
          </p:nvSpPr>
          <p:spPr>
            <a:xfrm rot="10800000">
              <a:off x="1795717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1" y="1"/>
                  </a:moveTo>
                  <a:lnTo>
                    <a:pt x="1" y="31823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1" name="Google Shape;3871;g3ee677347c5_0_5746"/>
            <p:cNvSpPr/>
            <p:nvPr/>
          </p:nvSpPr>
          <p:spPr>
            <a:xfrm rot="10800000">
              <a:off x="1066343" y="-227337"/>
              <a:ext cx="365586" cy="841413"/>
            </a:xfrm>
            <a:custGeom>
              <a:rect b="b" l="l" r="r" t="t"/>
              <a:pathLst>
                <a:path extrusionOk="0" h="63647" w="27654">
                  <a:moveTo>
                    <a:pt x="1" y="1"/>
                  </a:moveTo>
                  <a:lnTo>
                    <a:pt x="1" y="31824"/>
                  </a:lnTo>
                  <a:lnTo>
                    <a:pt x="1" y="63646"/>
                  </a:lnTo>
                  <a:lnTo>
                    <a:pt x="27521" y="47802"/>
                  </a:lnTo>
                  <a:lnTo>
                    <a:pt x="27654" y="47802"/>
                  </a:lnTo>
                  <a:lnTo>
                    <a:pt x="27654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g3ee677347c5_0_5746"/>
            <p:cNvSpPr/>
            <p:nvPr/>
          </p:nvSpPr>
          <p:spPr>
            <a:xfrm rot="10800000">
              <a:off x="1066343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4" y="0"/>
                  </a:moveTo>
                  <a:lnTo>
                    <a:pt x="1" y="15845"/>
                  </a:lnTo>
                  <a:lnTo>
                    <a:pt x="27654" y="31823"/>
                  </a:lnTo>
                  <a:lnTo>
                    <a:pt x="27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3" name="Google Shape;3873;g3ee677347c5_0_5746"/>
            <p:cNvSpPr/>
            <p:nvPr/>
          </p:nvSpPr>
          <p:spPr>
            <a:xfrm rot="10800000">
              <a:off x="702529" y="-17866"/>
              <a:ext cx="365586" cy="841400"/>
            </a:xfrm>
            <a:custGeom>
              <a:rect b="b" l="l" r="r" t="t"/>
              <a:pathLst>
                <a:path extrusionOk="0" h="63646" w="27654">
                  <a:moveTo>
                    <a:pt x="134" y="0"/>
                  </a:moveTo>
                  <a:lnTo>
                    <a:pt x="1" y="31823"/>
                  </a:lnTo>
                  <a:lnTo>
                    <a:pt x="134" y="31823"/>
                  </a:lnTo>
                  <a:lnTo>
                    <a:pt x="134" y="63646"/>
                  </a:lnTo>
                  <a:lnTo>
                    <a:pt x="27654" y="47668"/>
                  </a:lnTo>
                  <a:lnTo>
                    <a:pt x="27654" y="1584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4" name="Google Shape;3874;g3ee677347c5_0_5746"/>
            <p:cNvSpPr/>
            <p:nvPr/>
          </p:nvSpPr>
          <p:spPr>
            <a:xfrm rot="10800000">
              <a:off x="702529" y="614063"/>
              <a:ext cx="729400" cy="631942"/>
            </a:xfrm>
            <a:custGeom>
              <a:rect b="b" l="l" r="r" t="t"/>
              <a:pathLst>
                <a:path extrusionOk="0" h="47802" w="55174">
                  <a:moveTo>
                    <a:pt x="27654" y="1"/>
                  </a:moveTo>
                  <a:lnTo>
                    <a:pt x="1" y="15979"/>
                  </a:lnTo>
                  <a:lnTo>
                    <a:pt x="1" y="47802"/>
                  </a:lnTo>
                  <a:lnTo>
                    <a:pt x="27654" y="31957"/>
                  </a:lnTo>
                  <a:lnTo>
                    <a:pt x="55174" y="15979"/>
                  </a:lnTo>
                  <a:lnTo>
                    <a:pt x="276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">
    <p:bg>
      <p:bgPr>
        <a:solidFill>
          <a:schemeClr val="lt1"/>
        </a:solidFill>
      </p:bgPr>
    </p:bg>
    <p:spTree>
      <p:nvGrpSpPr>
        <p:cNvPr id="3875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6" name="Google Shape;3876;g3ee677347c5_0_5833"/>
          <p:cNvGrpSpPr/>
          <p:nvPr/>
        </p:nvGrpSpPr>
        <p:grpSpPr>
          <a:xfrm flipH="1" rot="5400000">
            <a:off x="7613820" y="3611829"/>
            <a:ext cx="877852" cy="2209092"/>
            <a:chOff x="-26858" y="-227337"/>
            <a:chExt cx="1093215" cy="2757917"/>
          </a:xfrm>
        </p:grpSpPr>
        <p:sp>
          <p:nvSpPr>
            <p:cNvPr id="3877" name="Google Shape;3877;g3ee677347c5_0_58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8" name="Google Shape;3878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9" name="Google Shape;3879;g3ee677347c5_0_5833"/>
            <p:cNvSpPr/>
            <p:nvPr/>
          </p:nvSpPr>
          <p:spPr>
            <a:xfrm rot="10800000">
              <a:off x="-26858" y="1455450"/>
              <a:ext cx="365586" cy="420713"/>
            </a:xfrm>
            <a:custGeom>
              <a:rect b="b" l="l" r="r" t="t"/>
              <a:pathLst>
                <a:path extrusionOk="0" h="31824" w="27654">
                  <a:moveTo>
                    <a:pt x="27653" y="1"/>
                  </a:moveTo>
                  <a:lnTo>
                    <a:pt x="0" y="15845"/>
                  </a:lnTo>
                  <a:lnTo>
                    <a:pt x="27653" y="31823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0" name="Google Shape;3880;g3ee677347c5_0_5833"/>
            <p:cNvSpPr/>
            <p:nvPr/>
          </p:nvSpPr>
          <p:spPr>
            <a:xfrm rot="10800000">
              <a:off x="-26858" y="1034750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0" y="0"/>
                  </a:moveTo>
                  <a:lnTo>
                    <a:pt x="0" y="31823"/>
                  </a:lnTo>
                  <a:lnTo>
                    <a:pt x="134" y="31956"/>
                  </a:lnTo>
                  <a:lnTo>
                    <a:pt x="27653" y="47801"/>
                  </a:lnTo>
                  <a:lnTo>
                    <a:pt x="27653" y="159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1" name="Google Shape;3881;g3ee677347c5_0_5833"/>
            <p:cNvSpPr/>
            <p:nvPr/>
          </p:nvSpPr>
          <p:spPr>
            <a:xfrm rot="10800000">
              <a:off x="-26858" y="-17866"/>
              <a:ext cx="365586" cy="631942"/>
            </a:xfrm>
            <a:custGeom>
              <a:rect b="b" l="l" r="r" t="t"/>
              <a:pathLst>
                <a:path extrusionOk="0" h="47802" w="27654">
                  <a:moveTo>
                    <a:pt x="27653" y="1"/>
                  </a:moveTo>
                  <a:lnTo>
                    <a:pt x="0" y="15979"/>
                  </a:lnTo>
                  <a:lnTo>
                    <a:pt x="0" y="47802"/>
                  </a:lnTo>
                  <a:lnTo>
                    <a:pt x="134" y="47802"/>
                  </a:lnTo>
                  <a:lnTo>
                    <a:pt x="27653" y="31824"/>
                  </a:lnTo>
                  <a:lnTo>
                    <a:pt x="276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2" name="Google Shape;3882;g3ee677347c5_0_5833"/>
            <p:cNvSpPr/>
            <p:nvPr/>
          </p:nvSpPr>
          <p:spPr>
            <a:xfrm rot="10800000">
              <a:off x="-26858" y="-227337"/>
              <a:ext cx="363828" cy="420713"/>
            </a:xfrm>
            <a:custGeom>
              <a:rect b="b" l="l" r="r" t="t"/>
              <a:pathLst>
                <a:path extrusionOk="0" h="31824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823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3" name="Google Shape;3883;g3ee677347c5_0_58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4" name="Google Shape;3884;g3ee677347c5_0_5833"/>
            <p:cNvSpPr/>
            <p:nvPr/>
          </p:nvSpPr>
          <p:spPr>
            <a:xfrm rot="10800000">
              <a:off x="-26858" y="614063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27653" y="0"/>
                  </a:moveTo>
                  <a:lnTo>
                    <a:pt x="0" y="15978"/>
                  </a:lnTo>
                  <a:lnTo>
                    <a:pt x="27653" y="31823"/>
                  </a:lnTo>
                  <a:lnTo>
                    <a:pt x="27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5" name="Google Shape;3885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6" name="Google Shape;3886;g3ee677347c5_0_5833"/>
            <p:cNvSpPr/>
            <p:nvPr/>
          </p:nvSpPr>
          <p:spPr>
            <a:xfrm rot="10800000">
              <a:off x="338715" y="823521"/>
              <a:ext cx="363828" cy="422485"/>
            </a:xfrm>
            <a:custGeom>
              <a:rect b="b" l="l" r="r" t="t"/>
              <a:pathLst>
                <a:path extrusionOk="0" h="31958" w="27521">
                  <a:moveTo>
                    <a:pt x="27520" y="1"/>
                  </a:moveTo>
                  <a:lnTo>
                    <a:pt x="1" y="15979"/>
                  </a:lnTo>
                  <a:lnTo>
                    <a:pt x="27520" y="31957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7" name="Google Shape;3887;g3ee677347c5_0_5833"/>
            <p:cNvSpPr/>
            <p:nvPr/>
          </p:nvSpPr>
          <p:spPr>
            <a:xfrm rot="10800000">
              <a:off x="338715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1" y="0"/>
                  </a:moveTo>
                  <a:lnTo>
                    <a:pt x="1" y="31823"/>
                  </a:lnTo>
                  <a:lnTo>
                    <a:pt x="27520" y="1597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8" name="Google Shape;3888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9" name="Google Shape;3889;g3ee677347c5_0_5833"/>
            <p:cNvSpPr/>
            <p:nvPr/>
          </p:nvSpPr>
          <p:spPr>
            <a:xfrm rot="10800000">
              <a:off x="702529" y="614063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1" y="0"/>
                  </a:moveTo>
                  <a:lnTo>
                    <a:pt x="1" y="15978"/>
                  </a:lnTo>
                  <a:lnTo>
                    <a:pt x="27521" y="31823"/>
                  </a:lnTo>
                  <a:lnTo>
                    <a:pt x="27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0" name="Google Shape;3890;g3ee677347c5_0_5833"/>
            <p:cNvSpPr/>
            <p:nvPr/>
          </p:nvSpPr>
          <p:spPr>
            <a:xfrm rot="10800000">
              <a:off x="338715" y="1034750"/>
              <a:ext cx="363828" cy="630184"/>
            </a:xfrm>
            <a:custGeom>
              <a:rect b="b" l="l" r="r" t="t"/>
              <a:pathLst>
                <a:path extrusionOk="0" h="47669" w="27521">
                  <a:moveTo>
                    <a:pt x="27520" y="1"/>
                  </a:moveTo>
                  <a:lnTo>
                    <a:pt x="1" y="15845"/>
                  </a:lnTo>
                  <a:lnTo>
                    <a:pt x="1" y="47668"/>
                  </a:lnTo>
                  <a:lnTo>
                    <a:pt x="27520" y="31823"/>
                  </a:lnTo>
                  <a:lnTo>
                    <a:pt x="27520" y="31690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1" name="Google Shape;3891;g3ee677347c5_0_5833"/>
            <p:cNvSpPr/>
            <p:nvPr/>
          </p:nvSpPr>
          <p:spPr>
            <a:xfrm rot="10800000">
              <a:off x="467491" y="2409300"/>
              <a:ext cx="106289" cy="121280"/>
            </a:xfrm>
            <a:custGeom>
              <a:rect b="b" l="l" r="r" t="t"/>
              <a:pathLst>
                <a:path extrusionOk="0" h="9174" w="8040">
                  <a:moveTo>
                    <a:pt x="8040" y="0"/>
                  </a:moveTo>
                  <a:lnTo>
                    <a:pt x="1" y="4604"/>
                  </a:lnTo>
                  <a:lnTo>
                    <a:pt x="8040" y="9174"/>
                  </a:lnTo>
                  <a:lnTo>
                    <a:pt x="8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2" name="Google Shape;3892;g3ee677347c5_0_5833"/>
            <p:cNvSpPr/>
            <p:nvPr/>
          </p:nvSpPr>
          <p:spPr>
            <a:xfrm rot="10800000">
              <a:off x="338715" y="1876150"/>
              <a:ext cx="363828" cy="421150"/>
            </a:xfrm>
            <a:custGeom>
              <a:rect b="b" l="l" r="r" t="t"/>
              <a:pathLst>
                <a:path extrusionOk="0" h="31857" w="27521">
                  <a:moveTo>
                    <a:pt x="1" y="0"/>
                  </a:moveTo>
                  <a:lnTo>
                    <a:pt x="1" y="31857"/>
                  </a:lnTo>
                  <a:lnTo>
                    <a:pt x="27520" y="158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3" name="Google Shape;3893;g3ee677347c5_0_5833"/>
            <p:cNvSpPr/>
            <p:nvPr/>
          </p:nvSpPr>
          <p:spPr>
            <a:xfrm rot="10800000">
              <a:off x="338715" y="-227337"/>
              <a:ext cx="727642" cy="420713"/>
            </a:xfrm>
            <a:custGeom>
              <a:rect b="b" l="l" r="r" t="t"/>
              <a:pathLst>
                <a:path extrusionOk="0" h="31824" w="55041">
                  <a:moveTo>
                    <a:pt x="27521" y="1"/>
                  </a:moveTo>
                  <a:lnTo>
                    <a:pt x="1" y="15979"/>
                  </a:lnTo>
                  <a:lnTo>
                    <a:pt x="27521" y="31823"/>
                  </a:lnTo>
                  <a:lnTo>
                    <a:pt x="55040" y="15979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4" name="Google Shape;3894;g3ee677347c5_0_5833"/>
            <p:cNvSpPr/>
            <p:nvPr/>
          </p:nvSpPr>
          <p:spPr>
            <a:xfrm rot="10800000">
              <a:off x="338715" y="-17866"/>
              <a:ext cx="363828" cy="631942"/>
            </a:xfrm>
            <a:custGeom>
              <a:rect b="b" l="l" r="r" t="t"/>
              <a:pathLst>
                <a:path extrusionOk="0" h="47802" w="27521">
                  <a:moveTo>
                    <a:pt x="1" y="1"/>
                  </a:moveTo>
                  <a:lnTo>
                    <a:pt x="1" y="31824"/>
                  </a:lnTo>
                  <a:lnTo>
                    <a:pt x="27520" y="47802"/>
                  </a:lnTo>
                  <a:lnTo>
                    <a:pt x="27520" y="159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5" name="Google Shape;3895;g3ee677347c5_0_5833"/>
            <p:cNvSpPr/>
            <p:nvPr/>
          </p:nvSpPr>
          <p:spPr>
            <a:xfrm rot="10800000">
              <a:off x="338715" y="402834"/>
              <a:ext cx="363828" cy="420700"/>
            </a:xfrm>
            <a:custGeom>
              <a:rect b="b" l="l" r="r" t="t"/>
              <a:pathLst>
                <a:path extrusionOk="0" h="31823" w="27521">
                  <a:moveTo>
                    <a:pt x="27520" y="0"/>
                  </a:moveTo>
                  <a:lnTo>
                    <a:pt x="1" y="15845"/>
                  </a:lnTo>
                  <a:lnTo>
                    <a:pt x="27520" y="31823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6" name="Google Shape;3896;g3ee677347c5_0_5833"/>
            <p:cNvSpPr/>
            <p:nvPr/>
          </p:nvSpPr>
          <p:spPr>
            <a:xfrm rot="10800000">
              <a:off x="-26858" y="402834"/>
              <a:ext cx="365586" cy="420700"/>
            </a:xfrm>
            <a:custGeom>
              <a:rect b="b" l="l" r="r" t="t"/>
              <a:pathLst>
                <a:path extrusionOk="0" h="31823" w="27654">
                  <a:moveTo>
                    <a:pt x="0" y="0"/>
                  </a:moveTo>
                  <a:lnTo>
                    <a:pt x="0" y="31823"/>
                  </a:lnTo>
                  <a:lnTo>
                    <a:pt x="27653" y="15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7" name="Google Shape;3897;g3ee677347c5_0_5833"/>
            <p:cNvSpPr/>
            <p:nvPr/>
          </p:nvSpPr>
          <p:spPr>
            <a:xfrm rot="10800000">
              <a:off x="-26858" y="823521"/>
              <a:ext cx="365586" cy="422485"/>
            </a:xfrm>
            <a:custGeom>
              <a:rect b="b" l="l" r="r" t="t"/>
              <a:pathLst>
                <a:path extrusionOk="0" h="31958" w="27654">
                  <a:moveTo>
                    <a:pt x="0" y="1"/>
                  </a:moveTo>
                  <a:lnTo>
                    <a:pt x="0" y="31957"/>
                  </a:lnTo>
                  <a:lnTo>
                    <a:pt x="27653" y="159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8" name="Google Shape;3898;g3ee677347c5_0_5833"/>
            <p:cNvSpPr/>
            <p:nvPr/>
          </p:nvSpPr>
          <p:spPr>
            <a:xfrm rot="10800000">
              <a:off x="338715" y="614063"/>
              <a:ext cx="727642" cy="631942"/>
            </a:xfrm>
            <a:custGeom>
              <a:rect b="b" l="l" r="r" t="t"/>
              <a:pathLst>
                <a:path extrusionOk="0" h="47802" w="55041">
                  <a:moveTo>
                    <a:pt x="55040" y="1"/>
                  </a:moveTo>
                  <a:lnTo>
                    <a:pt x="27521" y="15979"/>
                  </a:lnTo>
                  <a:lnTo>
                    <a:pt x="1" y="31957"/>
                  </a:lnTo>
                  <a:lnTo>
                    <a:pt x="27521" y="47802"/>
                  </a:lnTo>
                  <a:lnTo>
                    <a:pt x="55040" y="31957"/>
                  </a:lnTo>
                  <a:lnTo>
                    <a:pt x="550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3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6.xml"/><Relationship Id="rId42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67.xml"/><Relationship Id="rId43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91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5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SemiBold"/>
              <a:buNone/>
              <a:defRPr b="0" i="0" sz="2800" u="none" cap="none" strike="noStrik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3ee677347c5_0_39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SemiBold"/>
              <a:buNone/>
              <a:defRPr b="0" i="0" sz="2800" u="none" cap="none" strike="noStrik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4" name="Google Shape;1954;g3ee677347c5_0_39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●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vo"/>
              <a:buChar char="○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vo"/>
              <a:buChar char="■"/>
              <a:defRPr b="0" i="0" sz="1400" u="none" cap="none" strike="noStrik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3903;p1"/>
          <p:cNvSpPr txBox="1"/>
          <p:nvPr>
            <p:ph type="ctrTitle"/>
          </p:nvPr>
        </p:nvSpPr>
        <p:spPr>
          <a:xfrm>
            <a:off x="2670000" y="1248875"/>
            <a:ext cx="380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3300"/>
              <a:t>SIDEP</a:t>
            </a:r>
            <a:endParaRPr sz="13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200"/>
              <a:t>Sistema digital de emergencias y partes</a:t>
            </a:r>
            <a:endParaRPr sz="1200"/>
          </a:p>
        </p:txBody>
      </p:sp>
      <p:sp>
        <p:nvSpPr>
          <p:cNvPr id="3904" name="Google Shape;3904;p1"/>
          <p:cNvSpPr txBox="1"/>
          <p:nvPr>
            <p:ph idx="1" type="subTitle"/>
          </p:nvPr>
        </p:nvSpPr>
        <p:spPr>
          <a:xfrm>
            <a:off x="57825" y="3756050"/>
            <a:ext cx="2931000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Integran</a:t>
            </a:r>
            <a:r>
              <a:rPr lang="en" sz="1400"/>
              <a:t>tes: </a:t>
            </a:r>
            <a:r>
              <a:rPr lang="en" sz="1400"/>
              <a:t>Diego de la Sotta</a:t>
            </a:r>
            <a:br>
              <a:rPr lang="en" sz="1400"/>
            </a:br>
            <a:r>
              <a:rPr lang="en" sz="1400"/>
              <a:t>                            Ignacio Pinares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                            </a:t>
            </a:r>
            <a:r>
              <a:rPr lang="en" sz="1400"/>
              <a:t>Luis Salamanca</a:t>
            </a:r>
            <a:endParaRPr sz="14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Asignatura: Capstone</a:t>
            </a:r>
            <a:endParaRPr sz="1400"/>
          </a:p>
        </p:txBody>
      </p:sp>
      <p:sp>
        <p:nvSpPr>
          <p:cNvPr id="3905" name="Google Shape;3905;p1"/>
          <p:cNvSpPr/>
          <p:nvPr/>
        </p:nvSpPr>
        <p:spPr>
          <a:xfrm rot="10800000">
            <a:off x="-76200" y="1690558"/>
            <a:ext cx="382257" cy="441707"/>
          </a:xfrm>
          <a:custGeom>
            <a:rect b="b" l="l" r="r" t="t"/>
            <a:pathLst>
              <a:path extrusionOk="0" h="31824" w="27654">
                <a:moveTo>
                  <a:pt x="27653" y="1"/>
                </a:moveTo>
                <a:lnTo>
                  <a:pt x="0" y="15845"/>
                </a:lnTo>
                <a:lnTo>
                  <a:pt x="27653" y="31823"/>
                </a:lnTo>
                <a:lnTo>
                  <a:pt x="2765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1"/>
          <p:cNvSpPr/>
          <p:nvPr/>
        </p:nvSpPr>
        <p:spPr>
          <a:xfrm rot="10800000">
            <a:off x="-76202" y="1248850"/>
            <a:ext cx="382247" cy="663492"/>
          </a:xfrm>
          <a:custGeom>
            <a:rect b="b" l="l" r="r" t="t"/>
            <a:pathLst>
              <a:path extrusionOk="0" h="47802" w="27654">
                <a:moveTo>
                  <a:pt x="0" y="0"/>
                </a:moveTo>
                <a:lnTo>
                  <a:pt x="0" y="31823"/>
                </a:lnTo>
                <a:lnTo>
                  <a:pt x="134" y="31956"/>
                </a:lnTo>
                <a:lnTo>
                  <a:pt x="27653" y="47801"/>
                </a:lnTo>
                <a:lnTo>
                  <a:pt x="27653" y="159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1"/>
          <p:cNvSpPr/>
          <p:nvPr/>
        </p:nvSpPr>
        <p:spPr>
          <a:xfrm rot="10800000">
            <a:off x="-76200" y="143724"/>
            <a:ext cx="382257" cy="663476"/>
          </a:xfrm>
          <a:custGeom>
            <a:rect b="b" l="l" r="r" t="t"/>
            <a:pathLst>
              <a:path extrusionOk="0" h="47802" w="27654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1"/>
          <p:cNvSpPr/>
          <p:nvPr/>
        </p:nvSpPr>
        <p:spPr>
          <a:xfrm rot="10800000">
            <a:off x="-76202" y="-76210"/>
            <a:ext cx="380409" cy="441717"/>
          </a:xfrm>
          <a:custGeom>
            <a:rect b="b" l="l" r="r" t="t"/>
            <a:pathLst>
              <a:path extrusionOk="0" h="31824" w="27521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9" name="Google Shape;3909;p1"/>
          <p:cNvSpPr/>
          <p:nvPr/>
        </p:nvSpPr>
        <p:spPr>
          <a:xfrm rot="10800000">
            <a:off x="-76191" y="807176"/>
            <a:ext cx="382247" cy="441703"/>
          </a:xfrm>
          <a:custGeom>
            <a:rect b="b" l="l" r="r" t="t"/>
            <a:pathLst>
              <a:path extrusionOk="0" h="31823" w="27654">
                <a:moveTo>
                  <a:pt x="27653" y="0"/>
                </a:moveTo>
                <a:lnTo>
                  <a:pt x="0" y="15978"/>
                </a:lnTo>
                <a:lnTo>
                  <a:pt x="27653" y="31823"/>
                </a:lnTo>
                <a:lnTo>
                  <a:pt x="276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0" name="Google Shape;3910;p1"/>
          <p:cNvSpPr/>
          <p:nvPr/>
        </p:nvSpPr>
        <p:spPr>
          <a:xfrm rot="10800000">
            <a:off x="686447" y="1690558"/>
            <a:ext cx="380418" cy="441707"/>
          </a:xfrm>
          <a:custGeom>
            <a:rect b="b" l="l" r="r" t="t"/>
            <a:pathLst>
              <a:path extrusionOk="0" h="31824" w="27521">
                <a:moveTo>
                  <a:pt x="27521" y="1"/>
                </a:moveTo>
                <a:lnTo>
                  <a:pt x="1" y="15845"/>
                </a:lnTo>
                <a:lnTo>
                  <a:pt x="27521" y="31823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1" name="Google Shape;3911;p1"/>
          <p:cNvSpPr/>
          <p:nvPr/>
        </p:nvSpPr>
        <p:spPr>
          <a:xfrm rot="10800000">
            <a:off x="684609" y="1248865"/>
            <a:ext cx="384095" cy="661630"/>
          </a:xfrm>
          <a:custGeom>
            <a:rect b="b" l="l" r="r" t="t"/>
            <a:pathLst>
              <a:path extrusionOk="0" h="47669" w="27787">
                <a:moveTo>
                  <a:pt x="1" y="1"/>
                </a:moveTo>
                <a:lnTo>
                  <a:pt x="134" y="31823"/>
                </a:lnTo>
                <a:lnTo>
                  <a:pt x="27787" y="47668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2" name="Google Shape;3912;p1"/>
          <p:cNvSpPr/>
          <p:nvPr/>
        </p:nvSpPr>
        <p:spPr>
          <a:xfrm rot="10800000">
            <a:off x="306052" y="1248850"/>
            <a:ext cx="380409" cy="661646"/>
          </a:xfrm>
          <a:custGeom>
            <a:rect b="b" l="l" r="r" t="t"/>
            <a:pathLst>
              <a:path extrusionOk="0" h="47669" w="27521">
                <a:moveTo>
                  <a:pt x="27520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0" y="31823"/>
                </a:lnTo>
                <a:lnTo>
                  <a:pt x="27520" y="31690"/>
                </a:lnTo>
                <a:lnTo>
                  <a:pt x="275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3" name="Google Shape;3913;p1"/>
          <p:cNvSpPr/>
          <p:nvPr/>
        </p:nvSpPr>
        <p:spPr>
          <a:xfrm rot="10800000">
            <a:off x="680965" y="2692002"/>
            <a:ext cx="111133" cy="127335"/>
          </a:xfrm>
          <a:custGeom>
            <a:rect b="b" l="l" r="r" t="t"/>
            <a:pathLst>
              <a:path extrusionOk="0" h="9174" w="804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1"/>
          <p:cNvSpPr/>
          <p:nvPr/>
        </p:nvSpPr>
        <p:spPr>
          <a:xfrm rot="10800000">
            <a:off x="306043" y="2132251"/>
            <a:ext cx="380418" cy="442165"/>
          </a:xfrm>
          <a:custGeom>
            <a:rect b="b" l="l" r="r" t="t"/>
            <a:pathLst>
              <a:path extrusionOk="0" h="31857" w="27521">
                <a:moveTo>
                  <a:pt x="1" y="0"/>
                </a:moveTo>
                <a:lnTo>
                  <a:pt x="1" y="31857"/>
                </a:lnTo>
                <a:lnTo>
                  <a:pt x="27520" y="1584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1"/>
          <p:cNvSpPr/>
          <p:nvPr/>
        </p:nvSpPr>
        <p:spPr>
          <a:xfrm rot="10800000">
            <a:off x="306043" y="-76200"/>
            <a:ext cx="760822" cy="441707"/>
          </a:xfrm>
          <a:custGeom>
            <a:rect b="b" l="l" r="r" t="t"/>
            <a:pathLst>
              <a:path extrusionOk="0" h="31824" w="55041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1"/>
          <p:cNvSpPr/>
          <p:nvPr/>
        </p:nvSpPr>
        <p:spPr>
          <a:xfrm rot="10800000">
            <a:off x="306043" y="143724"/>
            <a:ext cx="380418" cy="663476"/>
          </a:xfrm>
          <a:custGeom>
            <a:rect b="b" l="l" r="r" t="t"/>
            <a:pathLst>
              <a:path extrusionOk="0" h="47802" w="27521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7" name="Google Shape;3917;p1"/>
          <p:cNvSpPr/>
          <p:nvPr/>
        </p:nvSpPr>
        <p:spPr>
          <a:xfrm rot="10800000">
            <a:off x="306043" y="585416"/>
            <a:ext cx="380418" cy="441693"/>
          </a:xfrm>
          <a:custGeom>
            <a:rect b="b" l="l" r="r" t="t"/>
            <a:pathLst>
              <a:path extrusionOk="0" h="31823" w="27521">
                <a:moveTo>
                  <a:pt x="27520" y="0"/>
                </a:moveTo>
                <a:lnTo>
                  <a:pt x="1" y="15845"/>
                </a:lnTo>
                <a:lnTo>
                  <a:pt x="27520" y="31823"/>
                </a:lnTo>
                <a:lnTo>
                  <a:pt x="275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8" name="Google Shape;3918;p1"/>
          <p:cNvSpPr/>
          <p:nvPr/>
        </p:nvSpPr>
        <p:spPr>
          <a:xfrm rot="10800000">
            <a:off x="-76191" y="585406"/>
            <a:ext cx="382247" cy="441703"/>
          </a:xfrm>
          <a:custGeom>
            <a:rect b="b" l="l" r="r" t="t"/>
            <a:pathLst>
              <a:path extrusionOk="0" h="31823" w="27654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1"/>
          <p:cNvSpPr/>
          <p:nvPr/>
        </p:nvSpPr>
        <p:spPr>
          <a:xfrm rot="10800000">
            <a:off x="-76202" y="1027085"/>
            <a:ext cx="382247" cy="443577"/>
          </a:xfrm>
          <a:custGeom>
            <a:rect b="b" l="l" r="r" t="t"/>
            <a:pathLst>
              <a:path extrusionOk="0" h="31958" w="27654">
                <a:moveTo>
                  <a:pt x="0" y="1"/>
                </a:moveTo>
                <a:lnTo>
                  <a:pt x="0" y="31957"/>
                </a:lnTo>
                <a:lnTo>
                  <a:pt x="27653" y="1597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0" name="Google Shape;3920;p1"/>
          <p:cNvSpPr/>
          <p:nvPr/>
        </p:nvSpPr>
        <p:spPr>
          <a:xfrm rot="10800000">
            <a:off x="306050" y="807171"/>
            <a:ext cx="760804" cy="663492"/>
          </a:xfrm>
          <a:custGeom>
            <a:rect b="b" l="l" r="r" t="t"/>
            <a:pathLst>
              <a:path extrusionOk="0" h="47802" w="55041">
                <a:moveTo>
                  <a:pt x="55040" y="1"/>
                </a:moveTo>
                <a:lnTo>
                  <a:pt x="27521" y="15979"/>
                </a:lnTo>
                <a:lnTo>
                  <a:pt x="1" y="31957"/>
                </a:lnTo>
                <a:lnTo>
                  <a:pt x="27521" y="47802"/>
                </a:lnTo>
                <a:lnTo>
                  <a:pt x="55040" y="31957"/>
                </a:lnTo>
                <a:lnTo>
                  <a:pt x="5504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1" name="Google Shape;3921;p1"/>
          <p:cNvSpPr/>
          <p:nvPr/>
        </p:nvSpPr>
        <p:spPr>
          <a:xfrm rot="10800000">
            <a:off x="1449103" y="1690548"/>
            <a:ext cx="380395" cy="441717"/>
          </a:xfrm>
          <a:custGeom>
            <a:rect b="b" l="l" r="r" t="t"/>
            <a:pathLst>
              <a:path extrusionOk="0" h="31824" w="27520">
                <a:moveTo>
                  <a:pt x="27520" y="1"/>
                </a:moveTo>
                <a:lnTo>
                  <a:pt x="0" y="15845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2" name="Google Shape;3922;p1"/>
          <p:cNvSpPr/>
          <p:nvPr/>
        </p:nvSpPr>
        <p:spPr>
          <a:xfrm rot="10800000">
            <a:off x="1708691" y="1366463"/>
            <a:ext cx="178448" cy="206507"/>
          </a:xfrm>
          <a:custGeom>
            <a:rect b="b" l="l" r="r" t="t"/>
            <a:pathLst>
              <a:path extrusionOk="0" h="14878" w="1291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3" name="Google Shape;3923;p1"/>
          <p:cNvSpPr/>
          <p:nvPr/>
        </p:nvSpPr>
        <p:spPr>
          <a:xfrm rot="10800000">
            <a:off x="1712381" y="2028081"/>
            <a:ext cx="120809" cy="141229"/>
          </a:xfrm>
          <a:custGeom>
            <a:rect b="b" l="l" r="r" t="t"/>
            <a:pathLst>
              <a:path extrusionOk="0" h="10175" w="8740">
                <a:moveTo>
                  <a:pt x="0" y="1"/>
                </a:moveTo>
                <a:lnTo>
                  <a:pt x="0" y="10175"/>
                </a:lnTo>
                <a:lnTo>
                  <a:pt x="8740" y="5005"/>
                </a:lnTo>
                <a:lnTo>
                  <a:pt x="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4" name="Google Shape;3924;p1"/>
          <p:cNvSpPr/>
          <p:nvPr/>
        </p:nvSpPr>
        <p:spPr>
          <a:xfrm rot="10800000">
            <a:off x="1066851" y="1248865"/>
            <a:ext cx="382257" cy="661630"/>
          </a:xfrm>
          <a:custGeom>
            <a:rect b="b" l="l" r="r" t="t"/>
            <a:pathLst>
              <a:path extrusionOk="0" h="47669" w="27654">
                <a:moveTo>
                  <a:pt x="27654" y="1"/>
                </a:moveTo>
                <a:lnTo>
                  <a:pt x="1" y="15845"/>
                </a:lnTo>
                <a:lnTo>
                  <a:pt x="1" y="47668"/>
                </a:lnTo>
                <a:lnTo>
                  <a:pt x="27521" y="31823"/>
                </a:lnTo>
                <a:lnTo>
                  <a:pt x="27654" y="31690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p1"/>
          <p:cNvSpPr/>
          <p:nvPr/>
        </p:nvSpPr>
        <p:spPr>
          <a:xfrm rot="10800000">
            <a:off x="1066861" y="1690548"/>
            <a:ext cx="382247" cy="441717"/>
          </a:xfrm>
          <a:custGeom>
            <a:rect b="b" l="l" r="r" t="t"/>
            <a:pathLst>
              <a:path extrusionOk="0" h="31824" w="27654">
                <a:moveTo>
                  <a:pt x="1" y="1"/>
                </a:moveTo>
                <a:lnTo>
                  <a:pt x="1" y="31823"/>
                </a:lnTo>
                <a:lnTo>
                  <a:pt x="27654" y="15979"/>
                </a:lnTo>
                <a:lnTo>
                  <a:pt x="27654" y="15845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p1"/>
          <p:cNvSpPr/>
          <p:nvPr/>
        </p:nvSpPr>
        <p:spPr>
          <a:xfrm rot="10800000">
            <a:off x="1449103" y="365483"/>
            <a:ext cx="380395" cy="441717"/>
          </a:xfrm>
          <a:custGeom>
            <a:rect b="b" l="l" r="r" t="t"/>
            <a:pathLst>
              <a:path extrusionOk="0" h="31824" w="27520">
                <a:moveTo>
                  <a:pt x="27520" y="1"/>
                </a:moveTo>
                <a:lnTo>
                  <a:pt x="0" y="15979"/>
                </a:lnTo>
                <a:lnTo>
                  <a:pt x="27520" y="31824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7" name="Google Shape;3927;p1"/>
          <p:cNvSpPr/>
          <p:nvPr/>
        </p:nvSpPr>
        <p:spPr>
          <a:xfrm rot="10800000">
            <a:off x="2069765" y="-76210"/>
            <a:ext cx="380409" cy="441717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8" name="Google Shape;3928;p1"/>
          <p:cNvSpPr/>
          <p:nvPr/>
        </p:nvSpPr>
        <p:spPr>
          <a:xfrm rot="10800000">
            <a:off x="1066851" y="-76200"/>
            <a:ext cx="382257" cy="883400"/>
          </a:xfrm>
          <a:custGeom>
            <a:rect b="b" l="l" r="r" t="t"/>
            <a:pathLst>
              <a:path extrusionOk="0" h="63647" w="27654">
                <a:moveTo>
                  <a:pt x="1" y="1"/>
                </a:moveTo>
                <a:lnTo>
                  <a:pt x="1" y="31824"/>
                </a:lnTo>
                <a:lnTo>
                  <a:pt x="1" y="63646"/>
                </a:lnTo>
                <a:lnTo>
                  <a:pt x="27521" y="47802"/>
                </a:lnTo>
                <a:lnTo>
                  <a:pt x="27654" y="47802"/>
                </a:lnTo>
                <a:lnTo>
                  <a:pt x="27654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1"/>
          <p:cNvSpPr/>
          <p:nvPr/>
        </p:nvSpPr>
        <p:spPr>
          <a:xfrm rot="10800000">
            <a:off x="1066851" y="585416"/>
            <a:ext cx="382257" cy="441693"/>
          </a:xfrm>
          <a:custGeom>
            <a:rect b="b" l="l" r="r" t="t"/>
            <a:pathLst>
              <a:path extrusionOk="0" h="31823" w="27654">
                <a:moveTo>
                  <a:pt x="27654" y="0"/>
                </a:moveTo>
                <a:lnTo>
                  <a:pt x="1" y="15845"/>
                </a:lnTo>
                <a:lnTo>
                  <a:pt x="27654" y="31823"/>
                </a:lnTo>
                <a:lnTo>
                  <a:pt x="2765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1"/>
          <p:cNvSpPr/>
          <p:nvPr/>
        </p:nvSpPr>
        <p:spPr>
          <a:xfrm rot="10800000">
            <a:off x="686445" y="143703"/>
            <a:ext cx="382247" cy="883406"/>
          </a:xfrm>
          <a:custGeom>
            <a:rect b="b" l="l" r="r" t="t"/>
            <a:pathLst>
              <a:path extrusionOk="0" h="63646" w="27654">
                <a:moveTo>
                  <a:pt x="134" y="0"/>
                </a:moveTo>
                <a:lnTo>
                  <a:pt x="1" y="31823"/>
                </a:lnTo>
                <a:lnTo>
                  <a:pt x="134" y="31823"/>
                </a:lnTo>
                <a:lnTo>
                  <a:pt x="134" y="63646"/>
                </a:lnTo>
                <a:lnTo>
                  <a:pt x="27654" y="47668"/>
                </a:lnTo>
                <a:lnTo>
                  <a:pt x="27654" y="1584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1"/>
          <p:cNvSpPr/>
          <p:nvPr/>
        </p:nvSpPr>
        <p:spPr>
          <a:xfrm rot="10800000">
            <a:off x="686465" y="807171"/>
            <a:ext cx="762643" cy="663492"/>
          </a:xfrm>
          <a:custGeom>
            <a:rect b="b" l="l" r="r" t="t"/>
            <a:pathLst>
              <a:path extrusionOk="0" h="47802" w="55174">
                <a:moveTo>
                  <a:pt x="27654" y="1"/>
                </a:moveTo>
                <a:lnTo>
                  <a:pt x="1" y="15979"/>
                </a:lnTo>
                <a:lnTo>
                  <a:pt x="1" y="47802"/>
                </a:lnTo>
                <a:lnTo>
                  <a:pt x="27654" y="31957"/>
                </a:lnTo>
                <a:lnTo>
                  <a:pt x="55174" y="15979"/>
                </a:lnTo>
                <a:lnTo>
                  <a:pt x="2765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1"/>
          <p:cNvSpPr/>
          <p:nvPr/>
        </p:nvSpPr>
        <p:spPr>
          <a:xfrm>
            <a:off x="8761740" y="4256839"/>
            <a:ext cx="382247" cy="663492"/>
          </a:xfrm>
          <a:custGeom>
            <a:rect b="b" l="l" r="r" t="t"/>
            <a:pathLst>
              <a:path extrusionOk="0" h="47802" w="27654">
                <a:moveTo>
                  <a:pt x="27653" y="1"/>
                </a:moveTo>
                <a:lnTo>
                  <a:pt x="0" y="15979"/>
                </a:lnTo>
                <a:lnTo>
                  <a:pt x="0" y="47802"/>
                </a:lnTo>
                <a:lnTo>
                  <a:pt x="134" y="47802"/>
                </a:lnTo>
                <a:lnTo>
                  <a:pt x="27653" y="31824"/>
                </a:lnTo>
                <a:lnTo>
                  <a:pt x="276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1"/>
          <p:cNvSpPr/>
          <p:nvPr/>
        </p:nvSpPr>
        <p:spPr>
          <a:xfrm>
            <a:off x="8763590" y="4698532"/>
            <a:ext cx="380409" cy="441717"/>
          </a:xfrm>
          <a:custGeom>
            <a:rect b="b" l="l" r="r" t="t"/>
            <a:pathLst>
              <a:path extrusionOk="0" h="31824" w="27521">
                <a:moveTo>
                  <a:pt x="27520" y="1"/>
                </a:moveTo>
                <a:lnTo>
                  <a:pt x="1" y="15979"/>
                </a:lnTo>
                <a:lnTo>
                  <a:pt x="27520" y="31823"/>
                </a:lnTo>
                <a:lnTo>
                  <a:pt x="275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1"/>
          <p:cNvSpPr/>
          <p:nvPr/>
        </p:nvSpPr>
        <p:spPr>
          <a:xfrm>
            <a:off x="8652474" y="3168852"/>
            <a:ext cx="111133" cy="127335"/>
          </a:xfrm>
          <a:custGeom>
            <a:rect b="b" l="l" r="r" t="t"/>
            <a:pathLst>
              <a:path extrusionOk="0" h="9174" w="8040">
                <a:moveTo>
                  <a:pt x="8040" y="0"/>
                </a:moveTo>
                <a:lnTo>
                  <a:pt x="1" y="4604"/>
                </a:lnTo>
                <a:lnTo>
                  <a:pt x="8040" y="9174"/>
                </a:lnTo>
                <a:lnTo>
                  <a:pt x="804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1"/>
          <p:cNvSpPr/>
          <p:nvPr/>
        </p:nvSpPr>
        <p:spPr>
          <a:xfrm>
            <a:off x="8000931" y="4698532"/>
            <a:ext cx="760804" cy="441717"/>
          </a:xfrm>
          <a:custGeom>
            <a:rect b="b" l="l" r="r" t="t"/>
            <a:pathLst>
              <a:path extrusionOk="0" h="31824" w="55041">
                <a:moveTo>
                  <a:pt x="27521" y="1"/>
                </a:moveTo>
                <a:lnTo>
                  <a:pt x="1" y="15979"/>
                </a:lnTo>
                <a:lnTo>
                  <a:pt x="27521" y="31823"/>
                </a:lnTo>
                <a:lnTo>
                  <a:pt x="55040" y="15979"/>
                </a:lnTo>
                <a:lnTo>
                  <a:pt x="2752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1"/>
          <p:cNvSpPr/>
          <p:nvPr/>
        </p:nvSpPr>
        <p:spPr>
          <a:xfrm>
            <a:off x="8381336" y="4256839"/>
            <a:ext cx="380409" cy="663492"/>
          </a:xfrm>
          <a:custGeom>
            <a:rect b="b" l="l" r="r" t="t"/>
            <a:pathLst>
              <a:path extrusionOk="0" h="47802" w="27521">
                <a:moveTo>
                  <a:pt x="1" y="1"/>
                </a:moveTo>
                <a:lnTo>
                  <a:pt x="1" y="31824"/>
                </a:lnTo>
                <a:lnTo>
                  <a:pt x="27520" y="47802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1"/>
          <p:cNvSpPr/>
          <p:nvPr/>
        </p:nvSpPr>
        <p:spPr>
          <a:xfrm>
            <a:off x="8761740" y="4036930"/>
            <a:ext cx="382247" cy="441703"/>
          </a:xfrm>
          <a:custGeom>
            <a:rect b="b" l="l" r="r" t="t"/>
            <a:pathLst>
              <a:path extrusionOk="0" h="31823" w="27654">
                <a:moveTo>
                  <a:pt x="0" y="0"/>
                </a:moveTo>
                <a:lnTo>
                  <a:pt x="0" y="31823"/>
                </a:lnTo>
                <a:lnTo>
                  <a:pt x="27653" y="15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8" name="Google Shape;3938;p1"/>
          <p:cNvSpPr/>
          <p:nvPr/>
        </p:nvSpPr>
        <p:spPr>
          <a:xfrm>
            <a:off x="7822482" y="3491070"/>
            <a:ext cx="178448" cy="206507"/>
          </a:xfrm>
          <a:custGeom>
            <a:rect b="b" l="l" r="r" t="t"/>
            <a:pathLst>
              <a:path extrusionOk="0" h="14878" w="12910">
                <a:moveTo>
                  <a:pt x="1" y="0"/>
                </a:moveTo>
                <a:lnTo>
                  <a:pt x="1" y="14877"/>
                </a:lnTo>
                <a:lnTo>
                  <a:pt x="12910" y="7505"/>
                </a:lnTo>
                <a:lnTo>
                  <a:pt x="13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9" name="Google Shape;3939;p1"/>
          <p:cNvSpPr/>
          <p:nvPr/>
        </p:nvSpPr>
        <p:spPr>
          <a:xfrm>
            <a:off x="7259448" y="4698532"/>
            <a:ext cx="380409" cy="441717"/>
          </a:xfrm>
          <a:custGeom>
            <a:rect b="b" l="l" r="r" t="t"/>
            <a:pathLst>
              <a:path extrusionOk="0" h="31824" w="27521">
                <a:moveTo>
                  <a:pt x="1" y="1"/>
                </a:moveTo>
                <a:lnTo>
                  <a:pt x="1" y="31823"/>
                </a:lnTo>
                <a:lnTo>
                  <a:pt x="27520" y="15979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9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g3ee677347c5_0_0"/>
          <p:cNvSpPr txBox="1"/>
          <p:nvPr>
            <p:ph type="ctrTitle"/>
          </p:nvPr>
        </p:nvSpPr>
        <p:spPr>
          <a:xfrm flipH="1">
            <a:off x="2340450" y="311625"/>
            <a:ext cx="446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Parte de emergencia </a:t>
            </a:r>
            <a:endParaRPr sz="4000"/>
          </a:p>
        </p:txBody>
      </p:sp>
      <p:pic>
        <p:nvPicPr>
          <p:cNvPr id="3945" name="Google Shape;3945;g3ee677347c5_0_0" title="WhatsApp Image 2026-03-16 at 3.10.35 PM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321" y="948071"/>
            <a:ext cx="3164664" cy="421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6" name="Google Shape;3946;g3ee677347c5_0_0" title="WhatsApp Image 2026-03-16 at 3.10.35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4" y="860025"/>
            <a:ext cx="3164664" cy="421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0" name="Shape 3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1" name="Google Shape;3951;g3ee677347c5_0_3905"/>
          <p:cNvSpPr txBox="1"/>
          <p:nvPr>
            <p:ph type="ctrTitle"/>
          </p:nvPr>
        </p:nvSpPr>
        <p:spPr>
          <a:xfrm flipH="1">
            <a:off x="2340450" y="334225"/>
            <a:ext cx="446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CheckList de Carros</a:t>
            </a:r>
            <a:endParaRPr sz="4000"/>
          </a:p>
        </p:txBody>
      </p:sp>
      <p:pic>
        <p:nvPicPr>
          <p:cNvPr id="3952" name="Google Shape;3952;g3ee677347c5_0_3905" title="Screenshot 2026-03-29 2254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250" y="840550"/>
            <a:ext cx="4805500" cy="42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g396923e315e_1_0"/>
          <p:cNvSpPr txBox="1"/>
          <p:nvPr>
            <p:ph type="ctrTitle"/>
          </p:nvPr>
        </p:nvSpPr>
        <p:spPr>
          <a:xfrm flipH="1">
            <a:off x="1942800" y="250300"/>
            <a:ext cx="52584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5000"/>
              <a:t>Propuesta / Solución</a:t>
            </a:r>
            <a:endParaRPr sz="5000"/>
          </a:p>
        </p:txBody>
      </p:sp>
      <p:sp>
        <p:nvSpPr>
          <p:cNvPr id="3958" name="Google Shape;3958;g396923e315e_1_0"/>
          <p:cNvSpPr txBox="1"/>
          <p:nvPr>
            <p:ph idx="1" type="subTitle"/>
          </p:nvPr>
        </p:nvSpPr>
        <p:spPr>
          <a:xfrm>
            <a:off x="336300" y="3703475"/>
            <a:ext cx="8076600" cy="12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plicación web que centraliza la gestión de información operativa en bomberos, integrando partes de emergencia y checklist en una sola plataforma.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Optimizar el registro de datos y mejorar la disponibilidad de la información, facilitando reportes, control de recursos y la toma de decisiones en tiempo real.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</p:txBody>
      </p:sp>
      <p:pic>
        <p:nvPicPr>
          <p:cNvPr id="3959" name="Google Shape;3959;g396923e315e_1_0" title="IMG-20260325-WA0006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800" y="828100"/>
            <a:ext cx="5128848" cy="287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3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p7"/>
          <p:cNvSpPr txBox="1"/>
          <p:nvPr>
            <p:ph type="title"/>
          </p:nvPr>
        </p:nvSpPr>
        <p:spPr>
          <a:xfrm>
            <a:off x="3971374" y="636876"/>
            <a:ext cx="32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3965" name="Google Shape;3965;p7"/>
          <p:cNvSpPr txBox="1"/>
          <p:nvPr>
            <p:ph idx="1" type="subTitle"/>
          </p:nvPr>
        </p:nvSpPr>
        <p:spPr>
          <a:xfrm>
            <a:off x="924275" y="1589375"/>
            <a:ext cx="74619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rgbClr val="000000"/>
                </a:solidFill>
              </a:rPr>
              <a:t>Desarrollar una aplicación web para la gestión de partes de emergencia y reportes operativos en una compañía de bomberos, que permita centralizar la información y mejorar la administración y análisis de los datos generados durante las emergencias.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000000"/>
                </a:solidFill>
              </a:rPr>
              <a:t>Objetivos específicos:</a:t>
            </a:r>
            <a:endParaRPr b="1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Centralizar el registro de partes de emergencia y los checklist en una plataforma digital, reduciendo el uso de herramientas dispersas como formularios y hojas de cálculo con ello reduciendo los errores de uso en un 50% en el primer mes.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Reducir el tiempo de registro de información de emergencias en un 30%, mediante formularios y automatización de reportes en el primer mes.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Aumentar la disponibilidad de información operativa en un 40%, permitiendo generar reportes y estadísticas sobre emergencias y uso de recursos en el primer semestre.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3966" name="Google Shape;3966;p7"/>
          <p:cNvCxnSpPr/>
          <p:nvPr/>
        </p:nvCxnSpPr>
        <p:spPr>
          <a:xfrm>
            <a:off x="5163625" y="1209563"/>
            <a:ext cx="4020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g3f26ac5ff47_0_0"/>
          <p:cNvSpPr txBox="1"/>
          <p:nvPr>
            <p:ph idx="3" type="ctrTitle"/>
          </p:nvPr>
        </p:nvSpPr>
        <p:spPr>
          <a:xfrm>
            <a:off x="1261975" y="656625"/>
            <a:ext cx="1857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500">
                <a:solidFill>
                  <a:schemeClr val="dk1"/>
                </a:solidFill>
              </a:rPr>
              <a:t>Alcance</a:t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3972" name="Google Shape;3972;g3f26ac5ff47_0_0"/>
          <p:cNvSpPr txBox="1"/>
          <p:nvPr>
            <p:ph idx="1" type="subTitle"/>
          </p:nvPr>
        </p:nvSpPr>
        <p:spPr>
          <a:xfrm>
            <a:off x="-35075" y="1476300"/>
            <a:ext cx="44517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Gestionar usuarios según roles.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Registrar y administrar partes de emergencia.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Completar checklist operativos por carro.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Monitorear el estado de los equipos ERA y bolso de trauma.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Generar reportes (PDF y Excel).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Seguimiento de asistencia a emergencias.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Solicitud y aprobación de licencias </a:t>
            </a:r>
            <a:r>
              <a:rPr lang="en" sz="1200">
                <a:solidFill>
                  <a:srgbClr val="000000"/>
                </a:solidFill>
              </a:rPr>
              <a:t>médicas</a:t>
            </a:r>
            <a:r>
              <a:rPr lang="en" sz="1200">
                <a:solidFill>
                  <a:srgbClr val="000000"/>
                </a:solidFill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Control de seguridad y auditoria.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vo"/>
              <a:buChar char="●"/>
            </a:pPr>
            <a:r>
              <a:rPr lang="en" sz="1200">
                <a:solidFill>
                  <a:srgbClr val="000000"/>
                </a:solidFill>
              </a:rPr>
              <a:t>Visualizar historial de emergencias y estadísticas básicas.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3" name="Google Shape;3973;g3f26ac5ff47_0_0"/>
          <p:cNvSpPr txBox="1"/>
          <p:nvPr>
            <p:ph idx="1" type="subTitle"/>
          </p:nvPr>
        </p:nvSpPr>
        <p:spPr>
          <a:xfrm>
            <a:off x="4416575" y="1476300"/>
            <a:ext cx="47625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Requiere conexión a internet para funcionar.</a:t>
            </a:r>
            <a:endParaRPr sz="12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Uso interno, sin integración con sistemas nacionales (JNB).</a:t>
            </a:r>
            <a:endParaRPr sz="12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Registro manual de tiempos de despacho (sin conexión con Central de Alarmas).</a:t>
            </a:r>
            <a:endParaRPr sz="1200">
              <a:solidFill>
                <a:srgbClr val="000000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Estadísticas básicas, sin análisis avanzado de datos.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4" name="Google Shape;3974;g3f26ac5ff47_0_0"/>
          <p:cNvSpPr txBox="1"/>
          <p:nvPr>
            <p:ph idx="3" type="ctrTitle"/>
          </p:nvPr>
        </p:nvSpPr>
        <p:spPr>
          <a:xfrm>
            <a:off x="5335475" y="656625"/>
            <a:ext cx="2924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500">
                <a:solidFill>
                  <a:schemeClr val="dk1"/>
                </a:solidFill>
              </a:rPr>
              <a:t>Limitaciones</a:t>
            </a:r>
            <a:endParaRPr sz="4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963a7d7d69_0_9"/>
          <p:cNvSpPr txBox="1"/>
          <p:nvPr>
            <p:ph type="title"/>
          </p:nvPr>
        </p:nvSpPr>
        <p:spPr>
          <a:xfrm>
            <a:off x="4639175" y="0"/>
            <a:ext cx="38130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6000"/>
              <a:t>Metodología</a:t>
            </a:r>
            <a:endParaRPr sz="6000"/>
          </a:p>
        </p:txBody>
      </p:sp>
      <p:cxnSp>
        <p:nvCxnSpPr>
          <p:cNvPr id="3980" name="Google Shape;3980;g3963a7d7d69_0_9"/>
          <p:cNvCxnSpPr/>
          <p:nvPr/>
        </p:nvCxnSpPr>
        <p:spPr>
          <a:xfrm>
            <a:off x="5123700" y="988538"/>
            <a:ext cx="40203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81" name="Google Shape;3981;g3963a7d7d69_0_9" title="Gemini_Generated_Image_v6j63gv6j63gv6j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50" y="1025400"/>
            <a:ext cx="7721375" cy="411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5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6" name="Google Shape;3986;g3eda0ab211e_1_0" title="Diseño de la arquitec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0" name="Shape 39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4" name="Shape 39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8" name="Shape 3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9" name="Google Shape;3999;g3ec6f50d454_0_6"/>
          <p:cNvSpPr txBox="1"/>
          <p:nvPr>
            <p:ph type="title"/>
          </p:nvPr>
        </p:nvSpPr>
        <p:spPr>
          <a:xfrm>
            <a:off x="3901700" y="636875"/>
            <a:ext cx="524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Resultados Obtenidos</a:t>
            </a:r>
            <a:endParaRPr/>
          </a:p>
        </p:txBody>
      </p:sp>
      <p:sp>
        <p:nvSpPr>
          <p:cNvPr id="4000" name="Google Shape;4000;g3ec6f50d454_0_6"/>
          <p:cNvSpPr txBox="1"/>
          <p:nvPr>
            <p:ph idx="1" type="subTitle"/>
          </p:nvPr>
        </p:nvSpPr>
        <p:spPr>
          <a:xfrm>
            <a:off x="-110225" y="1578650"/>
            <a:ext cx="9441900" cy="3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Reducción estimada de tiempos de registro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Implementación de módulos clave: auditoría, partes, administración, recursos humanos y analítica.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Mejora en la organización y trazabilidad de la información operativa.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Optimización en el acceso a datos relevantes para la toma de decisiones.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Sistema funcional desplegado y operativo según lo planificado.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Cumplimiento de los objetivos del proyecto en tiempo y alcance.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Centralización de información en una sola plataforma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4001" name="Google Shape;4001;g3ec6f50d454_0_6"/>
          <p:cNvCxnSpPr/>
          <p:nvPr/>
        </p:nvCxnSpPr>
        <p:spPr>
          <a:xfrm flipH="1" rot="10800000">
            <a:off x="4342575" y="1209700"/>
            <a:ext cx="4841400" cy="2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5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g3ec6f50d454_0_12"/>
          <p:cNvSpPr txBox="1"/>
          <p:nvPr>
            <p:ph type="title"/>
          </p:nvPr>
        </p:nvSpPr>
        <p:spPr>
          <a:xfrm>
            <a:off x="3342950" y="646900"/>
            <a:ext cx="569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Obstáculos presentados</a:t>
            </a:r>
            <a:endParaRPr/>
          </a:p>
        </p:txBody>
      </p:sp>
      <p:sp>
        <p:nvSpPr>
          <p:cNvPr id="4007" name="Google Shape;4007;g3ec6f50d454_0_12"/>
          <p:cNvSpPr txBox="1"/>
          <p:nvPr>
            <p:ph idx="1" type="subTitle"/>
          </p:nvPr>
        </p:nvSpPr>
        <p:spPr>
          <a:xfrm>
            <a:off x="363150" y="1689800"/>
            <a:ext cx="83229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Dificultades en la integración de algunos módulos del sistema.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Ajustes necesarios en el frontend para mejorar la experiencia de usuario.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Coordinación del desarrollo de múltiples funcionalidades en paralelo.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Problemas menores detectados durante pruebas, corregidos en etapas tempranas.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Limitaciones de tiempo que obligaron a priorizar funcionalidades principales.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  <p:cxnSp>
        <p:nvCxnSpPr>
          <p:cNvPr id="4008" name="Google Shape;4008;g3ec6f50d454_0_12"/>
          <p:cNvCxnSpPr/>
          <p:nvPr/>
        </p:nvCxnSpPr>
        <p:spPr>
          <a:xfrm flipH="1" rot="10800000">
            <a:off x="3769450" y="1197700"/>
            <a:ext cx="5371200" cy="21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2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3" name="Google Shape;4013;g3ec6f50d454_0_29"/>
          <p:cNvSpPr txBox="1"/>
          <p:nvPr>
            <p:ph type="title"/>
          </p:nvPr>
        </p:nvSpPr>
        <p:spPr>
          <a:xfrm>
            <a:off x="1310250" y="745350"/>
            <a:ext cx="2715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5000"/>
              <a:t>Conclusión</a:t>
            </a:r>
            <a:endParaRPr sz="5000"/>
          </a:p>
        </p:txBody>
      </p:sp>
      <p:sp>
        <p:nvSpPr>
          <p:cNvPr id="4014" name="Google Shape;4014;g3ec6f50d454_0_29"/>
          <p:cNvSpPr txBox="1"/>
          <p:nvPr>
            <p:ph idx="1" type="subTitle"/>
          </p:nvPr>
        </p:nvSpPr>
        <p:spPr>
          <a:xfrm>
            <a:off x="371100" y="1638500"/>
            <a:ext cx="45936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rPr lang="en" sz="1200"/>
              <a:t>SIDEP no solo digitaliza procesos, sino que transforma la información operativa en una herramienta para la toma de decisiones, permitiendo a la compañía mejorar su eficiencia y capacidad de respuesta ante emergencias.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rPr lang="en" sz="1200"/>
              <a:t>A pesar de algunos obstáculos durante el desarrollo, estos fueron resueltos oportunamente sin afectar el resultado final. El sistema permite mejorar significativamente la organización, control y acceso a la información, aportando valor real a la institución.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g3ec6f50d454_0_23"/>
          <p:cNvSpPr txBox="1"/>
          <p:nvPr>
            <p:ph type="title"/>
          </p:nvPr>
        </p:nvSpPr>
        <p:spPr>
          <a:xfrm>
            <a:off x="1194025" y="1597600"/>
            <a:ext cx="6431700" cy="22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8500">
                <a:latin typeface="Barlow Condensed"/>
                <a:ea typeface="Barlow Condensed"/>
                <a:cs typeface="Barlow Condensed"/>
                <a:sym typeface="Barlow Condensed"/>
              </a:rPr>
              <a:t>Resultados del proyecto</a:t>
            </a:r>
            <a:endParaRPr b="1" sz="85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3" name="Shape 4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" name="Google Shape;4024;p8"/>
          <p:cNvSpPr txBox="1"/>
          <p:nvPr>
            <p:ph type="title"/>
          </p:nvPr>
        </p:nvSpPr>
        <p:spPr>
          <a:xfrm>
            <a:off x="338000" y="1565400"/>
            <a:ext cx="39882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600"/>
              <a:t>Gracias por su atencion</a:t>
            </a:r>
            <a:endParaRPr sz="5600">
              <a:solidFill>
                <a:schemeClr val="accent2"/>
              </a:solidFill>
            </a:endParaRPr>
          </a:p>
        </p:txBody>
      </p:sp>
      <p:sp>
        <p:nvSpPr>
          <p:cNvPr id="4025" name="Google Shape;4025;p8"/>
          <p:cNvSpPr txBox="1"/>
          <p:nvPr>
            <p:ph type="title"/>
          </p:nvPr>
        </p:nvSpPr>
        <p:spPr>
          <a:xfrm>
            <a:off x="4774225" y="1565400"/>
            <a:ext cx="39882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5600"/>
              <a:t>¿Preguntas?</a:t>
            </a:r>
            <a:endParaRPr sz="5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Creative CV XL by Slidesgo">
  <a:themeElements>
    <a:clrScheme name="Simple Light">
      <a:dk1>
        <a:srgbClr val="434343"/>
      </a:dk1>
      <a:lt1>
        <a:srgbClr val="E9E6E1"/>
      </a:lt1>
      <a:dk2>
        <a:srgbClr val="0C2E3A"/>
      </a:dk2>
      <a:lt2>
        <a:srgbClr val="018790"/>
      </a:lt2>
      <a:accent1>
        <a:srgbClr val="FFD497"/>
      </a:accent1>
      <a:accent2>
        <a:srgbClr val="1DCDC3"/>
      </a:accent2>
      <a:accent3>
        <a:srgbClr val="78001B"/>
      </a:accent3>
      <a:accent4>
        <a:srgbClr val="F5340B"/>
      </a:accent4>
      <a:accent5>
        <a:srgbClr val="FF823B"/>
      </a:accent5>
      <a:accent6>
        <a:srgbClr val="FFA73B"/>
      </a:accent6>
      <a:hlink>
        <a:srgbClr val="1DCD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y Creative CV XL by Slidesgo">
  <a:themeElements>
    <a:clrScheme name="Simple Light">
      <a:dk1>
        <a:srgbClr val="434343"/>
      </a:dk1>
      <a:lt1>
        <a:srgbClr val="E9E6E1"/>
      </a:lt1>
      <a:dk2>
        <a:srgbClr val="0C2E3A"/>
      </a:dk2>
      <a:lt2>
        <a:srgbClr val="018790"/>
      </a:lt2>
      <a:accent1>
        <a:srgbClr val="FFD497"/>
      </a:accent1>
      <a:accent2>
        <a:srgbClr val="1DCDC3"/>
      </a:accent2>
      <a:accent3>
        <a:srgbClr val="78001B"/>
      </a:accent3>
      <a:accent4>
        <a:srgbClr val="F5340B"/>
      </a:accent4>
      <a:accent5>
        <a:srgbClr val="FF823B"/>
      </a:accent5>
      <a:accent6>
        <a:srgbClr val="FFA73B"/>
      </a:accent6>
      <a:hlink>
        <a:srgbClr val="1DCD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