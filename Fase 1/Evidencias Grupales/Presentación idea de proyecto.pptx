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Barlow Condensed SemiBold"/>
      <p:regular r:id="rId16"/>
      <p:bold r:id="rId17"/>
      <p:italic r:id="rId18"/>
      <p:boldItalic r:id="rId19"/>
    </p:embeddedFont>
    <p:embeddedFont>
      <p:font typeface="Barlow Condensed Medium"/>
      <p:regular r:id="rId20"/>
      <p:bold r:id="rId21"/>
      <p:italic r:id="rId22"/>
      <p:boldItalic r:id="rId23"/>
    </p:embeddedFont>
    <p:embeddedFont>
      <p:font typeface="Arvo"/>
      <p:regular r:id="rId24"/>
      <p:bold r:id="rId25"/>
      <p:italic r:id="rId26"/>
      <p:boldItalic r:id="rId27"/>
    </p:embeddedFont>
    <p:embeddedFont>
      <p:font typeface="Barlow Condensed"/>
      <p:regular r:id="rId28"/>
      <p:bold r:id="rId29"/>
      <p:italic r:id="rId30"/>
      <p:boldItalic r:id="rId31"/>
    </p:embeddedFont>
    <p:embeddedFont>
      <p:font typeface="Fira Sans Extra Condensed Medium"/>
      <p:regular r:id="rId32"/>
      <p:bold r:id="rId33"/>
      <p:italic r:id="rId34"/>
      <p:boldItalic r:id="rId35"/>
    </p:embeddedFont>
    <p:embeddedFont>
      <p:font typeface="Roboto Condensed"/>
      <p:regular r:id="rId36"/>
      <p:bold r:id="rId37"/>
      <p:italic r:id="rId38"/>
      <p:boldItalic r:id="rId39"/>
    </p:embeddedFont>
    <p:embeddedFont>
      <p:font typeface="Montserrat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h9wl2fxeLI0zaaH37pXxYY7e1g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regular.fntdata"/><Relationship Id="rId20" Type="http://schemas.openxmlformats.org/officeDocument/2006/relationships/font" Target="fonts/BarlowCondensedMedium-regular.fntdata"/><Relationship Id="rId42" Type="http://schemas.openxmlformats.org/officeDocument/2006/relationships/font" Target="fonts/MontserratLight-italic.fntdata"/><Relationship Id="rId41" Type="http://schemas.openxmlformats.org/officeDocument/2006/relationships/font" Target="fonts/MontserratLight-bold.fntdata"/><Relationship Id="rId22" Type="http://schemas.openxmlformats.org/officeDocument/2006/relationships/font" Target="fonts/BarlowCondensedMedium-italic.fntdata"/><Relationship Id="rId44" Type="http://customschemas.google.com/relationships/presentationmetadata" Target="metadata"/><Relationship Id="rId21" Type="http://schemas.openxmlformats.org/officeDocument/2006/relationships/font" Target="fonts/BarlowCondensedMedium-bold.fntdata"/><Relationship Id="rId43" Type="http://schemas.openxmlformats.org/officeDocument/2006/relationships/font" Target="fonts/MontserratLight-boldItalic.fntdata"/><Relationship Id="rId24" Type="http://schemas.openxmlformats.org/officeDocument/2006/relationships/font" Target="fonts/Arvo-regular.fntdata"/><Relationship Id="rId23" Type="http://schemas.openxmlformats.org/officeDocument/2006/relationships/font" Target="fonts/BarlowCondensed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vo-italic.fntdata"/><Relationship Id="rId25" Type="http://schemas.openxmlformats.org/officeDocument/2006/relationships/font" Target="fonts/Arvo-bold.fntdata"/><Relationship Id="rId28" Type="http://schemas.openxmlformats.org/officeDocument/2006/relationships/font" Target="fonts/BarlowCondensed-regular.fntdata"/><Relationship Id="rId27" Type="http://schemas.openxmlformats.org/officeDocument/2006/relationships/font" Target="fonts/Arv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Condense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Condensed-boldItalic.fntdata"/><Relationship Id="rId30" Type="http://schemas.openxmlformats.org/officeDocument/2006/relationships/font" Target="fonts/BarlowCondensed-italic.fntdata"/><Relationship Id="rId11" Type="http://schemas.openxmlformats.org/officeDocument/2006/relationships/slide" Target="slides/slide7.xml"/><Relationship Id="rId33" Type="http://schemas.openxmlformats.org/officeDocument/2006/relationships/font" Target="fonts/FiraSansExtraCondensedMedium-bold.fntdata"/><Relationship Id="rId10" Type="http://schemas.openxmlformats.org/officeDocument/2006/relationships/slide" Target="slides/slide6.xml"/><Relationship Id="rId32" Type="http://schemas.openxmlformats.org/officeDocument/2006/relationships/font" Target="fonts/FiraSansExtraCondensedMedium-regular.fntdata"/><Relationship Id="rId13" Type="http://schemas.openxmlformats.org/officeDocument/2006/relationships/slide" Target="slides/slide9.xml"/><Relationship Id="rId35" Type="http://schemas.openxmlformats.org/officeDocument/2006/relationships/font" Target="fonts/FiraSansExtraCondensedMedium-boldItalic.fntdata"/><Relationship Id="rId12" Type="http://schemas.openxmlformats.org/officeDocument/2006/relationships/slide" Target="slides/slide8.xml"/><Relationship Id="rId34" Type="http://schemas.openxmlformats.org/officeDocument/2006/relationships/font" Target="fonts/FiraSansExtraCondensedMedium-italic.fntdata"/><Relationship Id="rId15" Type="http://schemas.openxmlformats.org/officeDocument/2006/relationships/slide" Target="slides/slide11.xml"/><Relationship Id="rId37" Type="http://schemas.openxmlformats.org/officeDocument/2006/relationships/font" Target="fonts/RobotoCondensed-bold.fntdata"/><Relationship Id="rId14" Type="http://schemas.openxmlformats.org/officeDocument/2006/relationships/slide" Target="slides/slide10.xml"/><Relationship Id="rId36" Type="http://schemas.openxmlformats.org/officeDocument/2006/relationships/font" Target="fonts/RobotoCondensed-regular.fntdata"/><Relationship Id="rId17" Type="http://schemas.openxmlformats.org/officeDocument/2006/relationships/font" Target="fonts/BarlowCondensedSemiBold-bold.fntdata"/><Relationship Id="rId39" Type="http://schemas.openxmlformats.org/officeDocument/2006/relationships/font" Target="fonts/RobotoCondensed-boldItalic.fntdata"/><Relationship Id="rId16" Type="http://schemas.openxmlformats.org/officeDocument/2006/relationships/font" Target="fonts/BarlowCondensedSemiBold-regular.fntdata"/><Relationship Id="rId38" Type="http://schemas.openxmlformats.org/officeDocument/2006/relationships/font" Target="fonts/RobotoCondensed-italic.fntdata"/><Relationship Id="rId19" Type="http://schemas.openxmlformats.org/officeDocument/2006/relationships/font" Target="fonts/BarlowCondensedSemiBold-boldItalic.fntdata"/><Relationship Id="rId18" Type="http://schemas.openxmlformats.org/officeDocument/2006/relationships/font" Target="fonts/BarlowCondensed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4" name="Google Shape;19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5" name="Google Shape;19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396923e31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396923e31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396923e315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396923e315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396923e315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4" name="Google Shape;2014;g396923e31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1" name="Google Shape;20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8" name="Google Shape;20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3963a7d7d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4" name="Google Shape;2034;g3963a7d7d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1" name="Google Shape;20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8" name="Google Shape;20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4"/>
          <p:cNvSpPr txBox="1"/>
          <p:nvPr>
            <p:ph type="ctrTitle"/>
          </p:nvPr>
        </p:nvSpPr>
        <p:spPr>
          <a:xfrm>
            <a:off x="2194950" y="1243575"/>
            <a:ext cx="4746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84"/>
          <p:cNvSpPr txBox="1"/>
          <p:nvPr>
            <p:ph idx="1" type="subTitle"/>
          </p:nvPr>
        </p:nvSpPr>
        <p:spPr>
          <a:xfrm>
            <a:off x="2925950" y="3296175"/>
            <a:ext cx="329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5"/>
          <p:cNvSpPr txBox="1"/>
          <p:nvPr>
            <p:ph type="ctrTitle"/>
          </p:nvPr>
        </p:nvSpPr>
        <p:spPr>
          <a:xfrm flipH="1">
            <a:off x="770725" y="468450"/>
            <a:ext cx="4463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" name="Google Shape;13;p85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85"/>
          <p:cNvSpPr txBox="1"/>
          <p:nvPr>
            <p:ph idx="1" type="subTitle"/>
          </p:nvPr>
        </p:nvSpPr>
        <p:spPr>
          <a:xfrm>
            <a:off x="770700" y="1216175"/>
            <a:ext cx="76626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AutoNum type="romanLcPeriod"/>
              <a:defRPr sz="1000"/>
            </a:lvl9pPr>
          </a:lstStyle>
          <a:p/>
        </p:txBody>
      </p:sp>
      <p:grpSp>
        <p:nvGrpSpPr>
          <p:cNvPr id="15" name="Google Shape;15;p85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" name="Google Shape;16;p8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8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8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8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8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6"/>
          <p:cNvSpPr txBox="1"/>
          <p:nvPr>
            <p:ph type="ctrTitle"/>
          </p:nvPr>
        </p:nvSpPr>
        <p:spPr>
          <a:xfrm>
            <a:off x="4155425" y="19669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0" name="Google Shape;40;p86"/>
          <p:cNvSpPr txBox="1"/>
          <p:nvPr>
            <p:ph idx="2" type="title"/>
          </p:nvPr>
        </p:nvSpPr>
        <p:spPr>
          <a:xfrm>
            <a:off x="2319727" y="19668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1" name="Google Shape;41;p86"/>
          <p:cNvSpPr txBox="1"/>
          <p:nvPr>
            <p:ph idx="3" type="ctrTitle"/>
          </p:nvPr>
        </p:nvSpPr>
        <p:spPr>
          <a:xfrm>
            <a:off x="4155425" y="26321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2" name="Google Shape;42;p86"/>
          <p:cNvSpPr txBox="1"/>
          <p:nvPr>
            <p:ph idx="4" type="title"/>
          </p:nvPr>
        </p:nvSpPr>
        <p:spPr>
          <a:xfrm>
            <a:off x="2319727" y="26321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3" name="Google Shape;43;p86"/>
          <p:cNvSpPr txBox="1"/>
          <p:nvPr>
            <p:ph idx="5" type="ctrTitle"/>
          </p:nvPr>
        </p:nvSpPr>
        <p:spPr>
          <a:xfrm>
            <a:off x="4155425" y="32974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4" name="Google Shape;44;p86"/>
          <p:cNvSpPr txBox="1"/>
          <p:nvPr>
            <p:ph idx="6" type="title"/>
          </p:nvPr>
        </p:nvSpPr>
        <p:spPr>
          <a:xfrm>
            <a:off x="2319727" y="32973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5" name="Google Shape;45;p86"/>
          <p:cNvSpPr txBox="1"/>
          <p:nvPr>
            <p:ph idx="7" type="ctrTitle"/>
          </p:nvPr>
        </p:nvSpPr>
        <p:spPr>
          <a:xfrm>
            <a:off x="4155425" y="39626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6" name="Google Shape;46;p86"/>
          <p:cNvSpPr txBox="1"/>
          <p:nvPr>
            <p:ph idx="8" type="title"/>
          </p:nvPr>
        </p:nvSpPr>
        <p:spPr>
          <a:xfrm>
            <a:off x="2319727" y="39626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7" name="Google Shape;47;p86"/>
          <p:cNvSpPr txBox="1"/>
          <p:nvPr>
            <p:ph idx="9" type="ctrTitle"/>
          </p:nvPr>
        </p:nvSpPr>
        <p:spPr>
          <a:xfrm>
            <a:off x="4155425" y="1184800"/>
            <a:ext cx="3888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Barlow Condensed"/>
              <a:buNone/>
              <a:defRPr sz="36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grpSp>
        <p:nvGrpSpPr>
          <p:cNvPr id="48" name="Google Shape;48;p86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49" name="Google Shape;49;p8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8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8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8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8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8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8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8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8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8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8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8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86"/>
          <p:cNvGrpSpPr/>
          <p:nvPr/>
        </p:nvGrpSpPr>
        <p:grpSpPr>
          <a:xfrm rot="5400000">
            <a:off x="7613820" y="-692278"/>
            <a:ext cx="877851" cy="2209091"/>
            <a:chOff x="-26858" y="-227337"/>
            <a:chExt cx="1093215" cy="2757917"/>
          </a:xfrm>
        </p:grpSpPr>
        <p:sp>
          <p:nvSpPr>
            <p:cNvPr id="69" name="Google Shape;69;p8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8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8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8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8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8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7"/>
          <p:cNvSpPr txBox="1"/>
          <p:nvPr>
            <p:ph type="ctrTitle"/>
          </p:nvPr>
        </p:nvSpPr>
        <p:spPr>
          <a:xfrm>
            <a:off x="21398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93" name="Google Shape;93;p87"/>
          <p:cNvSpPr txBox="1"/>
          <p:nvPr>
            <p:ph idx="2" type="title"/>
          </p:nvPr>
        </p:nvSpPr>
        <p:spPr>
          <a:xfrm>
            <a:off x="8139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94" name="Google Shape;94;p87"/>
          <p:cNvSpPr txBox="1"/>
          <p:nvPr>
            <p:ph idx="1" type="subTitle"/>
          </p:nvPr>
        </p:nvSpPr>
        <p:spPr>
          <a:xfrm>
            <a:off x="21398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7"/>
          <p:cNvSpPr txBox="1"/>
          <p:nvPr>
            <p:ph idx="3" type="ctrTitle"/>
          </p:nvPr>
        </p:nvSpPr>
        <p:spPr>
          <a:xfrm>
            <a:off x="4572000" y="468450"/>
            <a:ext cx="379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9pPr>
          </a:lstStyle>
          <a:p/>
        </p:txBody>
      </p:sp>
      <p:cxnSp>
        <p:nvCxnSpPr>
          <p:cNvPr id="96" name="Google Shape;96;p87"/>
          <p:cNvCxnSpPr/>
          <p:nvPr/>
        </p:nvCxnSpPr>
        <p:spPr>
          <a:xfrm>
            <a:off x="8634675" y="-1279600"/>
            <a:ext cx="0" cy="2280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7" name="Google Shape;97;p87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98" name="Google Shape;98;p8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8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8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8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8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8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8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8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8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8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8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8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87"/>
          <p:cNvSpPr txBox="1"/>
          <p:nvPr>
            <p:ph idx="4" type="ctrTitle"/>
          </p:nvPr>
        </p:nvSpPr>
        <p:spPr>
          <a:xfrm>
            <a:off x="59987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21" name="Google Shape;121;p87"/>
          <p:cNvSpPr txBox="1"/>
          <p:nvPr>
            <p:ph idx="5" type="title"/>
          </p:nvPr>
        </p:nvSpPr>
        <p:spPr>
          <a:xfrm>
            <a:off x="46728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2" name="Google Shape;122;p87"/>
          <p:cNvSpPr txBox="1"/>
          <p:nvPr>
            <p:ph idx="6" type="subTitle"/>
          </p:nvPr>
        </p:nvSpPr>
        <p:spPr>
          <a:xfrm>
            <a:off x="59987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7"/>
          <p:cNvSpPr txBox="1"/>
          <p:nvPr>
            <p:ph idx="7" type="ctrTitle"/>
          </p:nvPr>
        </p:nvSpPr>
        <p:spPr>
          <a:xfrm>
            <a:off x="21398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24" name="Google Shape;124;p87"/>
          <p:cNvSpPr txBox="1"/>
          <p:nvPr>
            <p:ph idx="8" type="title"/>
          </p:nvPr>
        </p:nvSpPr>
        <p:spPr>
          <a:xfrm>
            <a:off x="8139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5" name="Google Shape;125;p87"/>
          <p:cNvSpPr txBox="1"/>
          <p:nvPr>
            <p:ph idx="9" type="subTitle"/>
          </p:nvPr>
        </p:nvSpPr>
        <p:spPr>
          <a:xfrm>
            <a:off x="21398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7"/>
          <p:cNvSpPr txBox="1"/>
          <p:nvPr>
            <p:ph idx="13" type="ctrTitle"/>
          </p:nvPr>
        </p:nvSpPr>
        <p:spPr>
          <a:xfrm>
            <a:off x="59987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27" name="Google Shape;127;p87"/>
          <p:cNvSpPr txBox="1"/>
          <p:nvPr>
            <p:ph idx="14" type="title"/>
          </p:nvPr>
        </p:nvSpPr>
        <p:spPr>
          <a:xfrm>
            <a:off x="46728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8" name="Google Shape;128;p87"/>
          <p:cNvSpPr txBox="1"/>
          <p:nvPr>
            <p:ph idx="15" type="subTitle"/>
          </p:nvPr>
        </p:nvSpPr>
        <p:spPr>
          <a:xfrm>
            <a:off x="59987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8"/>
          <p:cNvSpPr txBox="1"/>
          <p:nvPr>
            <p:ph type="ctrTitle"/>
          </p:nvPr>
        </p:nvSpPr>
        <p:spPr>
          <a:xfrm>
            <a:off x="72172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31" name="Google Shape;131;p88"/>
          <p:cNvSpPr txBox="1"/>
          <p:nvPr>
            <p:ph idx="2" type="title"/>
          </p:nvPr>
        </p:nvSpPr>
        <p:spPr>
          <a:xfrm>
            <a:off x="7217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32" name="Google Shape;132;p88"/>
          <p:cNvSpPr txBox="1"/>
          <p:nvPr>
            <p:ph idx="3" type="ctrTitle"/>
          </p:nvPr>
        </p:nvSpPr>
        <p:spPr>
          <a:xfrm>
            <a:off x="2675306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33" name="Google Shape;133;p88"/>
          <p:cNvSpPr txBox="1"/>
          <p:nvPr>
            <p:ph idx="4" type="title"/>
          </p:nvPr>
        </p:nvSpPr>
        <p:spPr>
          <a:xfrm>
            <a:off x="26759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34" name="Google Shape;134;p88"/>
          <p:cNvSpPr txBox="1"/>
          <p:nvPr>
            <p:ph idx="5" type="ctrTitle"/>
          </p:nvPr>
        </p:nvSpPr>
        <p:spPr>
          <a:xfrm>
            <a:off x="4632122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35" name="Google Shape;135;p88"/>
          <p:cNvSpPr txBox="1"/>
          <p:nvPr>
            <p:ph idx="6" type="title"/>
          </p:nvPr>
        </p:nvSpPr>
        <p:spPr>
          <a:xfrm>
            <a:off x="46302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36" name="Google Shape;136;p88"/>
          <p:cNvSpPr txBox="1"/>
          <p:nvPr>
            <p:ph idx="7" type="ctrTitle"/>
          </p:nvPr>
        </p:nvSpPr>
        <p:spPr>
          <a:xfrm>
            <a:off x="658448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37" name="Google Shape;137;p88"/>
          <p:cNvSpPr txBox="1"/>
          <p:nvPr>
            <p:ph idx="8" type="title"/>
          </p:nvPr>
        </p:nvSpPr>
        <p:spPr>
          <a:xfrm>
            <a:off x="65844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38" name="Google Shape;138;p88"/>
          <p:cNvSpPr txBox="1"/>
          <p:nvPr>
            <p:ph idx="1" type="subTitle"/>
          </p:nvPr>
        </p:nvSpPr>
        <p:spPr>
          <a:xfrm>
            <a:off x="72367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8"/>
          <p:cNvSpPr txBox="1"/>
          <p:nvPr>
            <p:ph idx="9" type="subTitle"/>
          </p:nvPr>
        </p:nvSpPr>
        <p:spPr>
          <a:xfrm>
            <a:off x="658642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8"/>
          <p:cNvSpPr txBox="1"/>
          <p:nvPr>
            <p:ph idx="13" type="subTitle"/>
          </p:nvPr>
        </p:nvSpPr>
        <p:spPr>
          <a:xfrm>
            <a:off x="4634726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8"/>
          <p:cNvSpPr txBox="1"/>
          <p:nvPr>
            <p:ph idx="14" type="subTitle"/>
          </p:nvPr>
        </p:nvSpPr>
        <p:spPr>
          <a:xfrm>
            <a:off x="2678591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2" name="Google Shape;142;p88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143" name="Google Shape;143;p8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8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88"/>
          <p:cNvGrpSpPr/>
          <p:nvPr/>
        </p:nvGrpSpPr>
        <p:grpSpPr>
          <a:xfrm rot="5400000">
            <a:off x="7613820" y="-692278"/>
            <a:ext cx="877851" cy="2209091"/>
            <a:chOff x="-26858" y="-227337"/>
            <a:chExt cx="1093215" cy="2757917"/>
          </a:xfrm>
        </p:grpSpPr>
        <p:sp>
          <p:nvSpPr>
            <p:cNvPr id="163" name="Google Shape;163;p8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8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8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8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8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3">
  <p:cSld name="CUSTOM_1_1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9"/>
          <p:cNvSpPr txBox="1"/>
          <p:nvPr>
            <p:ph type="ctrTitle"/>
          </p:nvPr>
        </p:nvSpPr>
        <p:spPr>
          <a:xfrm>
            <a:off x="893040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87" name="Google Shape;187;p89"/>
          <p:cNvSpPr txBox="1"/>
          <p:nvPr>
            <p:ph idx="2" type="title"/>
          </p:nvPr>
        </p:nvSpPr>
        <p:spPr>
          <a:xfrm>
            <a:off x="893104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6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88" name="Google Shape;188;p89"/>
          <p:cNvSpPr txBox="1"/>
          <p:nvPr>
            <p:ph idx="3" type="ctrTitle"/>
          </p:nvPr>
        </p:nvSpPr>
        <p:spPr>
          <a:xfrm>
            <a:off x="3398867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89" name="Google Shape;189;p89"/>
          <p:cNvSpPr txBox="1"/>
          <p:nvPr>
            <p:ph idx="4" type="title"/>
          </p:nvPr>
        </p:nvSpPr>
        <p:spPr>
          <a:xfrm>
            <a:off x="3398905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0" name="Google Shape;190;p89"/>
          <p:cNvSpPr txBox="1"/>
          <p:nvPr>
            <p:ph idx="5" type="ctrTitle"/>
          </p:nvPr>
        </p:nvSpPr>
        <p:spPr>
          <a:xfrm>
            <a:off x="889725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1" name="Google Shape;191;p89"/>
          <p:cNvSpPr txBox="1"/>
          <p:nvPr>
            <p:ph idx="6" type="title"/>
          </p:nvPr>
        </p:nvSpPr>
        <p:spPr>
          <a:xfrm>
            <a:off x="889737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2" name="Google Shape;192;p89"/>
          <p:cNvSpPr txBox="1"/>
          <p:nvPr>
            <p:ph idx="7" type="ctrTitle"/>
          </p:nvPr>
        </p:nvSpPr>
        <p:spPr>
          <a:xfrm>
            <a:off x="3395552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3" name="Google Shape;193;p89"/>
          <p:cNvSpPr txBox="1"/>
          <p:nvPr>
            <p:ph idx="8" type="title"/>
          </p:nvPr>
        </p:nvSpPr>
        <p:spPr>
          <a:xfrm>
            <a:off x="3395538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4" name="Google Shape;194;p89"/>
          <p:cNvSpPr txBox="1"/>
          <p:nvPr>
            <p:ph idx="1" type="subTitle"/>
          </p:nvPr>
        </p:nvSpPr>
        <p:spPr>
          <a:xfrm>
            <a:off x="898154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9"/>
          <p:cNvSpPr txBox="1"/>
          <p:nvPr>
            <p:ph idx="9" type="subTitle"/>
          </p:nvPr>
        </p:nvSpPr>
        <p:spPr>
          <a:xfrm>
            <a:off x="3398031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89"/>
          <p:cNvSpPr txBox="1"/>
          <p:nvPr>
            <p:ph idx="13" type="subTitle"/>
          </p:nvPr>
        </p:nvSpPr>
        <p:spPr>
          <a:xfrm>
            <a:off x="893055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89"/>
          <p:cNvSpPr txBox="1"/>
          <p:nvPr>
            <p:ph idx="14" type="subTitle"/>
          </p:nvPr>
        </p:nvSpPr>
        <p:spPr>
          <a:xfrm>
            <a:off x="3403067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89"/>
          <p:cNvSpPr txBox="1"/>
          <p:nvPr>
            <p:ph idx="15" type="ctrTitle"/>
          </p:nvPr>
        </p:nvSpPr>
        <p:spPr>
          <a:xfrm>
            <a:off x="5904593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9" name="Google Shape;199;p89"/>
          <p:cNvSpPr txBox="1"/>
          <p:nvPr>
            <p:ph idx="16" type="title"/>
          </p:nvPr>
        </p:nvSpPr>
        <p:spPr>
          <a:xfrm>
            <a:off x="5904631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0" name="Google Shape;200;p89"/>
          <p:cNvSpPr txBox="1"/>
          <p:nvPr>
            <p:ph idx="17" type="ctrTitle"/>
          </p:nvPr>
        </p:nvSpPr>
        <p:spPr>
          <a:xfrm>
            <a:off x="5901278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1" name="Google Shape;201;p89"/>
          <p:cNvSpPr txBox="1"/>
          <p:nvPr>
            <p:ph idx="18" type="title"/>
          </p:nvPr>
        </p:nvSpPr>
        <p:spPr>
          <a:xfrm>
            <a:off x="5901265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2" name="Google Shape;202;p89"/>
          <p:cNvSpPr txBox="1"/>
          <p:nvPr>
            <p:ph idx="19" type="subTitle"/>
          </p:nvPr>
        </p:nvSpPr>
        <p:spPr>
          <a:xfrm>
            <a:off x="5903758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9"/>
          <p:cNvSpPr txBox="1"/>
          <p:nvPr>
            <p:ph idx="20" type="subTitle"/>
          </p:nvPr>
        </p:nvSpPr>
        <p:spPr>
          <a:xfrm>
            <a:off x="5908793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4" name="Google Shape;204;p89"/>
          <p:cNvGrpSpPr/>
          <p:nvPr/>
        </p:nvGrpSpPr>
        <p:grpSpPr>
          <a:xfrm flipH="1" rot="5400000">
            <a:off x="7600520" y="3611830"/>
            <a:ext cx="877851" cy="2209091"/>
            <a:chOff x="-26858" y="-227337"/>
            <a:chExt cx="1093215" cy="2757917"/>
          </a:xfrm>
        </p:grpSpPr>
        <p:sp>
          <p:nvSpPr>
            <p:cNvPr id="205" name="Google Shape;205;p8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8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8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8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8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8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8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8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8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8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8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2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0"/>
          <p:cNvSpPr txBox="1"/>
          <p:nvPr>
            <p:ph type="title"/>
          </p:nvPr>
        </p:nvSpPr>
        <p:spPr>
          <a:xfrm>
            <a:off x="4306824" y="2036701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9" name="Google Shape;229;p90"/>
          <p:cNvSpPr txBox="1"/>
          <p:nvPr>
            <p:ph idx="1" type="subTitle"/>
          </p:nvPr>
        </p:nvSpPr>
        <p:spPr>
          <a:xfrm>
            <a:off x="1865375" y="2706625"/>
            <a:ext cx="4023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0" name="Google Shape;230;p90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231" name="Google Shape;231;p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9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0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90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90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90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0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9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0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90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0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0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90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90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90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90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90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90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90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90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251" name="Google Shape;251;p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1"/>
          <p:cNvSpPr txBox="1"/>
          <p:nvPr>
            <p:ph type="title"/>
          </p:nvPr>
        </p:nvSpPr>
        <p:spPr>
          <a:xfrm>
            <a:off x="1675800" y="1891935"/>
            <a:ext cx="2562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5" name="Google Shape;275;p91"/>
          <p:cNvSpPr txBox="1"/>
          <p:nvPr>
            <p:ph idx="1" type="subTitle"/>
          </p:nvPr>
        </p:nvSpPr>
        <p:spPr>
          <a:xfrm>
            <a:off x="4904575" y="1939924"/>
            <a:ext cx="35262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6" name="Google Shape;276;p91"/>
          <p:cNvCxnSpPr/>
          <p:nvPr/>
        </p:nvCxnSpPr>
        <p:spPr>
          <a:xfrm>
            <a:off x="4572000" y="-121800"/>
            <a:ext cx="0" cy="3760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" name="Google Shape;277;p91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278" name="Google Shape;278;p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9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91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301" name="Google Shape;301;p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9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9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9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91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9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9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2"/>
          <p:cNvSpPr txBox="1"/>
          <p:nvPr>
            <p:ph type="title"/>
          </p:nvPr>
        </p:nvSpPr>
        <p:spPr>
          <a:xfrm>
            <a:off x="2968788" y="2765075"/>
            <a:ext cx="320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2" name="Google Shape;322;p92"/>
          <p:cNvSpPr txBox="1"/>
          <p:nvPr>
            <p:ph idx="1" type="subTitle"/>
          </p:nvPr>
        </p:nvSpPr>
        <p:spPr>
          <a:xfrm>
            <a:off x="2557200" y="3501225"/>
            <a:ext cx="40296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3" name="Google Shape;323;p92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324" name="Google Shape;324;p9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9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9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9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9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9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9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9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92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347" name="Google Shape;347;p9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9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9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9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9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9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9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9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92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9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9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9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9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9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9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9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3"/>
          <p:cNvSpPr txBox="1"/>
          <p:nvPr>
            <p:ph type="ctrTitle"/>
          </p:nvPr>
        </p:nvSpPr>
        <p:spPr>
          <a:xfrm>
            <a:off x="713225" y="299982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8" name="Google Shape;368;p93"/>
          <p:cNvSpPr txBox="1"/>
          <p:nvPr>
            <p:ph idx="1" type="subTitle"/>
          </p:nvPr>
        </p:nvSpPr>
        <p:spPr>
          <a:xfrm>
            <a:off x="713225" y="1712800"/>
            <a:ext cx="637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93"/>
          <p:cNvSpPr/>
          <p:nvPr/>
        </p:nvSpPr>
        <p:spPr>
          <a:xfrm flipH="1" rot="-5400000">
            <a:off x="4073565" y="-78536"/>
            <a:ext cx="996879" cy="1153940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9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371" name="Google Shape;371;p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93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394" name="Google Shape;394;p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9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93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9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9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9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9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9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TITLE_1_1_1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94"/>
          <p:cNvSpPr txBox="1"/>
          <p:nvPr>
            <p:ph idx="1" type="subTitle"/>
          </p:nvPr>
        </p:nvSpPr>
        <p:spPr>
          <a:xfrm>
            <a:off x="1924300" y="1704900"/>
            <a:ext cx="5295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5" name="Google Shape;415;p94"/>
          <p:cNvSpPr txBox="1"/>
          <p:nvPr>
            <p:ph type="ctrTitle"/>
          </p:nvPr>
        </p:nvSpPr>
        <p:spPr>
          <a:xfrm>
            <a:off x="3272413" y="366387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416" name="Google Shape;416;p9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417" name="Google Shape;417;p9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9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9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9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9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9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9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9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9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9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9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9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9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9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9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9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9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9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94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440" name="Google Shape;440;p9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9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9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9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9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9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9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9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9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9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94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9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9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9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9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9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9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9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9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5"/>
          <p:cNvSpPr txBox="1"/>
          <p:nvPr>
            <p:ph type="title"/>
          </p:nvPr>
        </p:nvSpPr>
        <p:spPr>
          <a:xfrm>
            <a:off x="3016200" y="112210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1" name="Google Shape;461;p95"/>
          <p:cNvSpPr txBox="1"/>
          <p:nvPr>
            <p:ph idx="2" type="title"/>
          </p:nvPr>
        </p:nvSpPr>
        <p:spPr>
          <a:xfrm>
            <a:off x="1399800" y="1122100"/>
            <a:ext cx="146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2" name="Google Shape;462;p95"/>
          <p:cNvSpPr txBox="1"/>
          <p:nvPr>
            <p:ph idx="1" type="subTitle"/>
          </p:nvPr>
        </p:nvSpPr>
        <p:spPr>
          <a:xfrm>
            <a:off x="3016200" y="32371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463" name="Google Shape;463;p95"/>
          <p:cNvCxnSpPr/>
          <p:nvPr/>
        </p:nvCxnSpPr>
        <p:spPr>
          <a:xfrm>
            <a:off x="2940913" y="-12"/>
            <a:ext cx="0" cy="2753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4" name="Google Shape;464;p9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465" name="Google Shape;465;p9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9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9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9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9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9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9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9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9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9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9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9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9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9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9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9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9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9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9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9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9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9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9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9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9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9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9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9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9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9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9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9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9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9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9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9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510" name="Google Shape;510;p9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9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9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9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9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9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9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9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9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9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9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9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9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9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9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9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9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9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9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9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9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9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9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9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9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9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9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95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9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9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9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9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9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9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9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9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6"/>
          <p:cNvSpPr txBox="1"/>
          <p:nvPr>
            <p:ph type="title"/>
          </p:nvPr>
        </p:nvSpPr>
        <p:spPr>
          <a:xfrm>
            <a:off x="2382850" y="2635150"/>
            <a:ext cx="4378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96"/>
          <p:cNvSpPr txBox="1"/>
          <p:nvPr>
            <p:ph idx="2" type="title"/>
          </p:nvPr>
        </p:nvSpPr>
        <p:spPr>
          <a:xfrm>
            <a:off x="3788700" y="1136050"/>
            <a:ext cx="15666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8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53" name="Google Shape;553;p96"/>
          <p:cNvSpPr txBox="1"/>
          <p:nvPr>
            <p:ph idx="1" type="subTitle"/>
          </p:nvPr>
        </p:nvSpPr>
        <p:spPr>
          <a:xfrm>
            <a:off x="3377400" y="35275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554" name="Google Shape;554;p96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555" name="Google Shape;555;p9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9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9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9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9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9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9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9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9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9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9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9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9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9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9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9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9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9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9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9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9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9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9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9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9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9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9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9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9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9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9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9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9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9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9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9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9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9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9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9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96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600" name="Google Shape;600;p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9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9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9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9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9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9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9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9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9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9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9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9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9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9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9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9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9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9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9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9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9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9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9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9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9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9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9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9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9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9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9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9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97"/>
          <p:cNvSpPr txBox="1"/>
          <p:nvPr>
            <p:ph type="title"/>
          </p:nvPr>
        </p:nvSpPr>
        <p:spPr>
          <a:xfrm>
            <a:off x="2879587" y="225183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2" name="Google Shape;642;p97"/>
          <p:cNvSpPr txBox="1"/>
          <p:nvPr>
            <p:ph idx="2" type="title"/>
          </p:nvPr>
        </p:nvSpPr>
        <p:spPr>
          <a:xfrm>
            <a:off x="2879575" y="992730"/>
            <a:ext cx="15666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643" name="Google Shape;643;p97"/>
          <p:cNvSpPr txBox="1"/>
          <p:nvPr>
            <p:ph idx="1" type="subTitle"/>
          </p:nvPr>
        </p:nvSpPr>
        <p:spPr>
          <a:xfrm>
            <a:off x="2879587" y="3764723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644" name="Google Shape;644;p97"/>
          <p:cNvCxnSpPr/>
          <p:nvPr/>
        </p:nvCxnSpPr>
        <p:spPr>
          <a:xfrm rot="10800000">
            <a:off x="2978388" y="2115488"/>
            <a:ext cx="616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5" name="Google Shape;645;p97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646" name="Google Shape;646;p97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97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97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97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97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97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97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97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97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97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97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97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97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97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97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97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97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97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97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97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97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97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97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97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97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97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97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97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97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97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97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97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97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97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97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97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97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97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97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97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0" name="Google Shape;690;p97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691" name="Google Shape;691;p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9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9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9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9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9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9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9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9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9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9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9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9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9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9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9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9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9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9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9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9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9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97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9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9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9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9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9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9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9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9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8"/>
          <p:cNvSpPr txBox="1"/>
          <p:nvPr>
            <p:ph type="ctrTitle"/>
          </p:nvPr>
        </p:nvSpPr>
        <p:spPr>
          <a:xfrm flipH="1">
            <a:off x="770700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733" name="Google Shape;733;p98"/>
          <p:cNvCxnSpPr/>
          <p:nvPr/>
        </p:nvCxnSpPr>
        <p:spPr>
          <a:xfrm>
            <a:off x="498025" y="-44700"/>
            <a:ext cx="0" cy="11049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p98"/>
          <p:cNvSpPr txBox="1"/>
          <p:nvPr>
            <p:ph idx="1" type="subTitle"/>
          </p:nvPr>
        </p:nvSpPr>
        <p:spPr>
          <a:xfrm>
            <a:off x="32808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5" name="Google Shape;735;p98"/>
          <p:cNvSpPr txBox="1"/>
          <p:nvPr>
            <p:ph idx="2" type="subTitle"/>
          </p:nvPr>
        </p:nvSpPr>
        <p:spPr>
          <a:xfrm>
            <a:off x="3282700" y="1925451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36" name="Google Shape;736;p98"/>
          <p:cNvSpPr txBox="1"/>
          <p:nvPr>
            <p:ph idx="3" type="title"/>
          </p:nvPr>
        </p:nvSpPr>
        <p:spPr>
          <a:xfrm>
            <a:off x="56541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7" name="Google Shape;737;p98"/>
          <p:cNvSpPr txBox="1"/>
          <p:nvPr>
            <p:ph idx="4" type="subTitle"/>
          </p:nvPr>
        </p:nvSpPr>
        <p:spPr>
          <a:xfrm>
            <a:off x="3280813" y="1636850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p98"/>
          <p:cNvSpPr txBox="1"/>
          <p:nvPr>
            <p:ph idx="5" type="subTitle"/>
          </p:nvPr>
        </p:nvSpPr>
        <p:spPr>
          <a:xfrm>
            <a:off x="32808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98"/>
          <p:cNvSpPr txBox="1"/>
          <p:nvPr>
            <p:ph idx="6" type="subTitle"/>
          </p:nvPr>
        </p:nvSpPr>
        <p:spPr>
          <a:xfrm>
            <a:off x="3282700" y="3882776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40" name="Google Shape;740;p98"/>
          <p:cNvSpPr txBox="1"/>
          <p:nvPr>
            <p:ph idx="7" type="title"/>
          </p:nvPr>
        </p:nvSpPr>
        <p:spPr>
          <a:xfrm>
            <a:off x="56541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41" name="Google Shape;741;p98"/>
          <p:cNvSpPr txBox="1"/>
          <p:nvPr>
            <p:ph idx="8" type="subTitle"/>
          </p:nvPr>
        </p:nvSpPr>
        <p:spPr>
          <a:xfrm>
            <a:off x="3280813" y="3594175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2" name="Google Shape;742;p98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743" name="Google Shape;743;p9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9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9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9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9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9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9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9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9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9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9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9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9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9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9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9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9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9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9"/>
          <p:cNvSpPr txBox="1"/>
          <p:nvPr>
            <p:ph idx="1" type="subTitle"/>
          </p:nvPr>
        </p:nvSpPr>
        <p:spPr>
          <a:xfrm>
            <a:off x="1357575" y="2398275"/>
            <a:ext cx="2568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7" name="Google Shape;767;p99"/>
          <p:cNvSpPr txBox="1"/>
          <p:nvPr>
            <p:ph idx="2" type="subTitle"/>
          </p:nvPr>
        </p:nvSpPr>
        <p:spPr>
          <a:xfrm>
            <a:off x="1132425" y="3320025"/>
            <a:ext cx="3018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68" name="Google Shape;768;p99"/>
          <p:cNvSpPr txBox="1"/>
          <p:nvPr>
            <p:ph type="title"/>
          </p:nvPr>
        </p:nvSpPr>
        <p:spPr>
          <a:xfrm>
            <a:off x="1676475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9" name="Google Shape;769;p99"/>
          <p:cNvSpPr txBox="1"/>
          <p:nvPr>
            <p:ph idx="3" type="subTitle"/>
          </p:nvPr>
        </p:nvSpPr>
        <p:spPr>
          <a:xfrm>
            <a:off x="1700175" y="2912675"/>
            <a:ext cx="188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99"/>
          <p:cNvSpPr txBox="1"/>
          <p:nvPr>
            <p:ph idx="4" type="subTitle"/>
          </p:nvPr>
        </p:nvSpPr>
        <p:spPr>
          <a:xfrm>
            <a:off x="5235388" y="2398275"/>
            <a:ext cx="2569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99"/>
          <p:cNvSpPr txBox="1"/>
          <p:nvPr>
            <p:ph idx="5" type="subTitle"/>
          </p:nvPr>
        </p:nvSpPr>
        <p:spPr>
          <a:xfrm>
            <a:off x="5011450" y="3320025"/>
            <a:ext cx="30174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72" name="Google Shape;772;p99"/>
          <p:cNvSpPr txBox="1"/>
          <p:nvPr>
            <p:ph idx="6" type="title"/>
          </p:nvPr>
        </p:nvSpPr>
        <p:spPr>
          <a:xfrm>
            <a:off x="5554900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3" name="Google Shape;773;p99"/>
          <p:cNvSpPr txBox="1"/>
          <p:nvPr>
            <p:ph idx="7" type="subTitle"/>
          </p:nvPr>
        </p:nvSpPr>
        <p:spPr>
          <a:xfrm>
            <a:off x="5554825" y="2912675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4" name="Google Shape;774;p99"/>
          <p:cNvSpPr txBox="1"/>
          <p:nvPr>
            <p:ph idx="8" type="ctrTitle"/>
          </p:nvPr>
        </p:nvSpPr>
        <p:spPr>
          <a:xfrm>
            <a:off x="266501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775" name="Google Shape;775;p99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6" name="Google Shape;776;p99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777" name="Google Shape;777;p9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9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9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9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9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9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9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9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9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9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9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9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9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9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9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9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9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9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00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801" name="Google Shape;801;p10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02" name="Google Shape;802;p100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803" name="Google Shape;803;p10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0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0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0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10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0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0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0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0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0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0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0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0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0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0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0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0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0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1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827" name="Google Shape;827;p101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8" name="Google Shape;828;p101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829" name="Google Shape;829;p10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10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10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0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0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0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0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0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0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10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0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0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0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0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0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0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0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0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02"/>
          <p:cNvSpPr txBox="1"/>
          <p:nvPr>
            <p:ph idx="1" type="subTitle"/>
          </p:nvPr>
        </p:nvSpPr>
        <p:spPr>
          <a:xfrm>
            <a:off x="104241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3" name="Google Shape;853;p102"/>
          <p:cNvSpPr txBox="1"/>
          <p:nvPr>
            <p:ph type="title"/>
          </p:nvPr>
        </p:nvSpPr>
        <p:spPr>
          <a:xfrm>
            <a:off x="104182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854" name="Google Shape;854;p102"/>
          <p:cNvSpPr txBox="1"/>
          <p:nvPr>
            <p:ph idx="2" type="subTitle"/>
          </p:nvPr>
        </p:nvSpPr>
        <p:spPr>
          <a:xfrm>
            <a:off x="104242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102"/>
          <p:cNvSpPr txBox="1"/>
          <p:nvPr>
            <p:ph idx="3" type="subTitle"/>
          </p:nvPr>
        </p:nvSpPr>
        <p:spPr>
          <a:xfrm>
            <a:off x="3607341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6" name="Google Shape;856;p102"/>
          <p:cNvSpPr txBox="1"/>
          <p:nvPr>
            <p:ph idx="4" type="title"/>
          </p:nvPr>
        </p:nvSpPr>
        <p:spPr>
          <a:xfrm>
            <a:off x="3606750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857" name="Google Shape;857;p102"/>
          <p:cNvSpPr txBox="1"/>
          <p:nvPr>
            <p:ph idx="5" type="subTitle"/>
          </p:nvPr>
        </p:nvSpPr>
        <p:spPr>
          <a:xfrm>
            <a:off x="3607350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8" name="Google Shape;858;p102"/>
          <p:cNvSpPr txBox="1"/>
          <p:nvPr>
            <p:ph idx="6" type="subTitle"/>
          </p:nvPr>
        </p:nvSpPr>
        <p:spPr>
          <a:xfrm>
            <a:off x="617226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9" name="Google Shape;859;p102"/>
          <p:cNvSpPr txBox="1"/>
          <p:nvPr>
            <p:ph idx="7" type="title"/>
          </p:nvPr>
        </p:nvSpPr>
        <p:spPr>
          <a:xfrm>
            <a:off x="617167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860" name="Google Shape;860;p102"/>
          <p:cNvSpPr txBox="1"/>
          <p:nvPr>
            <p:ph idx="8" type="subTitle"/>
          </p:nvPr>
        </p:nvSpPr>
        <p:spPr>
          <a:xfrm>
            <a:off x="617227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102"/>
          <p:cNvSpPr txBox="1"/>
          <p:nvPr>
            <p:ph idx="9"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862" name="Google Shape;862;p10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63" name="Google Shape;863;p10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864" name="Google Shape;864;p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03"/>
          <p:cNvSpPr txBox="1"/>
          <p:nvPr>
            <p:ph type="title"/>
          </p:nvPr>
        </p:nvSpPr>
        <p:spPr>
          <a:xfrm>
            <a:off x="1869525" y="1705650"/>
            <a:ext cx="54051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888" name="Google Shape;888;p103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889" name="Google Shape;889;p103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03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03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03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03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03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03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03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03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03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03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03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03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03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03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03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03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03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03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03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03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03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03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03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03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03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03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03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03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03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03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03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03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03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03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03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03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03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03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03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103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934" name="Google Shape;934;p10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0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0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0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0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0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0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0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0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0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0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0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0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0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0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0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0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0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0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0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0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0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0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0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0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0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03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0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0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0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0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0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0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04"/>
          <p:cNvSpPr txBox="1"/>
          <p:nvPr>
            <p:ph type="title"/>
          </p:nvPr>
        </p:nvSpPr>
        <p:spPr>
          <a:xfrm>
            <a:off x="3576150" y="1906435"/>
            <a:ext cx="54051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76" name="Google Shape;976;p104"/>
          <p:cNvGrpSpPr/>
          <p:nvPr/>
        </p:nvGrpSpPr>
        <p:grpSpPr>
          <a:xfrm>
            <a:off x="-26847" y="-280618"/>
            <a:ext cx="2865062" cy="3613974"/>
            <a:chOff x="-26858" y="-227337"/>
            <a:chExt cx="2186403" cy="2757917"/>
          </a:xfrm>
        </p:grpSpPr>
        <p:sp>
          <p:nvSpPr>
            <p:cNvPr id="977" name="Google Shape;977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0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0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0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0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0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0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0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0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0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04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0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0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0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0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0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0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0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0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52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10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018" name="Google Shape;1018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5"/>
          <p:cNvSpPr txBox="1"/>
          <p:nvPr>
            <p:ph type="title"/>
          </p:nvPr>
        </p:nvSpPr>
        <p:spPr>
          <a:xfrm>
            <a:off x="713225" y="978238"/>
            <a:ext cx="3147300" cy="22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2" name="Google Shape;1042;p105"/>
          <p:cNvSpPr txBox="1"/>
          <p:nvPr>
            <p:ph idx="1" type="subTitle"/>
          </p:nvPr>
        </p:nvSpPr>
        <p:spPr>
          <a:xfrm>
            <a:off x="713225" y="3357063"/>
            <a:ext cx="3147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043" name="Google Shape;1043;p105"/>
          <p:cNvGrpSpPr/>
          <p:nvPr/>
        </p:nvGrpSpPr>
        <p:grpSpPr>
          <a:xfrm flipH="1">
            <a:off x="4743766" y="-1156952"/>
            <a:ext cx="4451259" cy="6129060"/>
            <a:chOff x="-37799" y="-227337"/>
            <a:chExt cx="1833529" cy="2524637"/>
          </a:xfrm>
        </p:grpSpPr>
        <p:sp>
          <p:nvSpPr>
            <p:cNvPr id="1044" name="Google Shape;1044;p10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0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0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0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0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0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0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0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0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0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0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05"/>
            <p:cNvSpPr/>
            <p:nvPr/>
          </p:nvSpPr>
          <p:spPr>
            <a:xfrm rot="10800000">
              <a:off x="-37799" y="811313"/>
              <a:ext cx="381833" cy="44126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0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0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0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0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0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0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0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0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0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0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0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0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0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0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0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0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0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0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0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0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0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0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0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SECTION_TITLE_AND_DESCRIPTION_1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06"/>
          <p:cNvSpPr txBox="1"/>
          <p:nvPr>
            <p:ph type="title"/>
          </p:nvPr>
        </p:nvSpPr>
        <p:spPr>
          <a:xfrm>
            <a:off x="4655050" y="445100"/>
            <a:ext cx="37755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1" name="Google Shape;1081;p106"/>
          <p:cNvSpPr txBox="1"/>
          <p:nvPr>
            <p:ph idx="1" type="subTitle"/>
          </p:nvPr>
        </p:nvSpPr>
        <p:spPr>
          <a:xfrm>
            <a:off x="5344075" y="2622950"/>
            <a:ext cx="30867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3" name="Google Shape;1083;p107"/>
          <p:cNvGrpSpPr/>
          <p:nvPr/>
        </p:nvGrpSpPr>
        <p:grpSpPr>
          <a:xfrm>
            <a:off x="-6570" y="518767"/>
            <a:ext cx="2604982" cy="2256975"/>
            <a:chOff x="-8580" y="487809"/>
            <a:chExt cx="2894424" cy="2507193"/>
          </a:xfrm>
        </p:grpSpPr>
        <p:sp>
          <p:nvSpPr>
            <p:cNvPr id="1084" name="Google Shape;1084;p10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07"/>
            <p:cNvSpPr/>
            <p:nvPr/>
          </p:nvSpPr>
          <p:spPr>
            <a:xfrm rot="10800000">
              <a:off x="-8580" y="903907"/>
              <a:ext cx="726263" cy="125540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07"/>
            <p:cNvSpPr/>
            <p:nvPr/>
          </p:nvSpPr>
          <p:spPr>
            <a:xfrm rot="10800000">
              <a:off x="-8580" y="487809"/>
              <a:ext cx="722770" cy="835778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0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0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07"/>
            <p:cNvSpPr/>
            <p:nvPr/>
          </p:nvSpPr>
          <p:spPr>
            <a:xfrm rot="10800000">
              <a:off x="717603" y="487809"/>
              <a:ext cx="1445514" cy="835778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07"/>
            <p:cNvSpPr/>
            <p:nvPr/>
          </p:nvSpPr>
          <p:spPr>
            <a:xfrm rot="10800000">
              <a:off x="717630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07"/>
            <p:cNvSpPr/>
            <p:nvPr/>
          </p:nvSpPr>
          <p:spPr>
            <a:xfrm rot="10800000">
              <a:off x="717630" y="1739643"/>
              <a:ext cx="722770" cy="835752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0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07"/>
            <p:cNvSpPr/>
            <p:nvPr/>
          </p:nvSpPr>
          <p:spPr>
            <a:xfrm rot="10800000">
              <a:off x="2163100" y="903904"/>
              <a:ext cx="722744" cy="835778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07"/>
            <p:cNvSpPr/>
            <p:nvPr/>
          </p:nvSpPr>
          <p:spPr>
            <a:xfrm flipH="1" rot="10800000">
              <a:off x="1442105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5" name="Google Shape;1095;p107"/>
          <p:cNvSpPr/>
          <p:nvPr/>
        </p:nvSpPr>
        <p:spPr>
          <a:xfrm flipH="1">
            <a:off x="-1017193" y="881512"/>
            <a:ext cx="4269126" cy="4942773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07"/>
          <p:cNvSpPr txBox="1"/>
          <p:nvPr>
            <p:ph type="title"/>
          </p:nvPr>
        </p:nvSpPr>
        <p:spPr>
          <a:xfrm>
            <a:off x="713225" y="2321675"/>
            <a:ext cx="2230800" cy="22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08"/>
          <p:cNvSpPr txBox="1"/>
          <p:nvPr>
            <p:ph type="title"/>
          </p:nvPr>
        </p:nvSpPr>
        <p:spPr>
          <a:xfrm>
            <a:off x="713225" y="3236075"/>
            <a:ext cx="35760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grpSp>
        <p:nvGrpSpPr>
          <p:cNvPr id="1099" name="Google Shape;1099;p108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100" name="Google Shape;1100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0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0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0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0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0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0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0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0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0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0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0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0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0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0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p108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123" name="Google Shape;1123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0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0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0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0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0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0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0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0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0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0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0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0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0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0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0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0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0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0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0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0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0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0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0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08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0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0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0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0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0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0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0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0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ONLY_1"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09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165" name="Google Shape;1165;p109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6" name="Google Shape;1166;p109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167" name="Google Shape;1167;p10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0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0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0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0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0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0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0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0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0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0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0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0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0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0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109"/>
          <p:cNvSpPr txBox="1"/>
          <p:nvPr>
            <p:ph idx="1" type="subTitle"/>
          </p:nvPr>
        </p:nvSpPr>
        <p:spPr>
          <a:xfrm>
            <a:off x="1399032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0" name="Google Shape;1190;p109"/>
          <p:cNvSpPr txBox="1"/>
          <p:nvPr>
            <p:ph idx="2" type="subTitle"/>
          </p:nvPr>
        </p:nvSpPr>
        <p:spPr>
          <a:xfrm>
            <a:off x="713232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1" name="Google Shape;1191;p109"/>
          <p:cNvSpPr txBox="1"/>
          <p:nvPr>
            <p:ph idx="3" type="subTitle"/>
          </p:nvPr>
        </p:nvSpPr>
        <p:spPr>
          <a:xfrm>
            <a:off x="1399032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2" name="Google Shape;1192;p109"/>
          <p:cNvSpPr txBox="1"/>
          <p:nvPr>
            <p:ph idx="4" type="subTitle"/>
          </p:nvPr>
        </p:nvSpPr>
        <p:spPr>
          <a:xfrm>
            <a:off x="713232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109"/>
          <p:cNvSpPr txBox="1"/>
          <p:nvPr>
            <p:ph idx="5" type="subTitle"/>
          </p:nvPr>
        </p:nvSpPr>
        <p:spPr>
          <a:xfrm>
            <a:off x="6263640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109"/>
          <p:cNvSpPr txBox="1"/>
          <p:nvPr>
            <p:ph idx="6" type="subTitle"/>
          </p:nvPr>
        </p:nvSpPr>
        <p:spPr>
          <a:xfrm>
            <a:off x="6263640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p109"/>
          <p:cNvSpPr txBox="1"/>
          <p:nvPr>
            <p:ph idx="7" type="subTitle"/>
          </p:nvPr>
        </p:nvSpPr>
        <p:spPr>
          <a:xfrm>
            <a:off x="6263640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109"/>
          <p:cNvSpPr txBox="1"/>
          <p:nvPr>
            <p:ph idx="8" type="subTitle"/>
          </p:nvPr>
        </p:nvSpPr>
        <p:spPr>
          <a:xfrm>
            <a:off x="6263640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TITLE_ONLY_1_1"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10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199" name="Google Shape;1199;p11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0" name="Google Shape;1200;p110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201" name="Google Shape;1201;p11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1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1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1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1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1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1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1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1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1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1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1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1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1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1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1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1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1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3" name="Google Shape;1223;p110"/>
          <p:cNvSpPr txBox="1"/>
          <p:nvPr>
            <p:ph idx="1" type="subTitle"/>
          </p:nvPr>
        </p:nvSpPr>
        <p:spPr>
          <a:xfrm>
            <a:off x="1892808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4" name="Google Shape;1224;p110"/>
          <p:cNvSpPr txBox="1"/>
          <p:nvPr>
            <p:ph idx="2" type="subTitle"/>
          </p:nvPr>
        </p:nvSpPr>
        <p:spPr>
          <a:xfrm>
            <a:off x="1892808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110"/>
          <p:cNvSpPr txBox="1"/>
          <p:nvPr>
            <p:ph idx="3" type="subTitle"/>
          </p:nvPr>
        </p:nvSpPr>
        <p:spPr>
          <a:xfrm>
            <a:off x="1892808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110"/>
          <p:cNvSpPr txBox="1"/>
          <p:nvPr>
            <p:ph idx="4" type="subTitle"/>
          </p:nvPr>
        </p:nvSpPr>
        <p:spPr>
          <a:xfrm>
            <a:off x="1892808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110"/>
          <p:cNvSpPr txBox="1"/>
          <p:nvPr>
            <p:ph idx="5" type="subTitle"/>
          </p:nvPr>
        </p:nvSpPr>
        <p:spPr>
          <a:xfrm>
            <a:off x="5980176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110"/>
          <p:cNvSpPr txBox="1"/>
          <p:nvPr>
            <p:ph idx="6" type="subTitle"/>
          </p:nvPr>
        </p:nvSpPr>
        <p:spPr>
          <a:xfrm>
            <a:off x="5980176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110"/>
          <p:cNvSpPr txBox="1"/>
          <p:nvPr>
            <p:ph idx="7" type="subTitle"/>
          </p:nvPr>
        </p:nvSpPr>
        <p:spPr>
          <a:xfrm>
            <a:off x="5980176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110"/>
          <p:cNvSpPr txBox="1"/>
          <p:nvPr>
            <p:ph idx="8" type="subTitle"/>
          </p:nvPr>
        </p:nvSpPr>
        <p:spPr>
          <a:xfrm>
            <a:off x="5980176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1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33" name="Google Shape;1233;p111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4" name="Google Shape;1234;p111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235" name="Google Shape;1235;p11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1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1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1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1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1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1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1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1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1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1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1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1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1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1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1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1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1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7" name="Google Shape;1257;p111"/>
          <p:cNvSpPr txBox="1"/>
          <p:nvPr>
            <p:ph idx="1" type="subTitle"/>
          </p:nvPr>
        </p:nvSpPr>
        <p:spPr>
          <a:xfrm>
            <a:off x="2670048" y="1289304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8" name="Google Shape;1258;p111"/>
          <p:cNvSpPr txBox="1"/>
          <p:nvPr>
            <p:ph idx="2" type="subTitle"/>
          </p:nvPr>
        </p:nvSpPr>
        <p:spPr>
          <a:xfrm>
            <a:off x="1005840" y="1591056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9" name="Google Shape;1259;p111"/>
          <p:cNvSpPr txBox="1"/>
          <p:nvPr>
            <p:ph idx="3" type="subTitle"/>
          </p:nvPr>
        </p:nvSpPr>
        <p:spPr>
          <a:xfrm>
            <a:off x="2670048" y="353872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0" name="Google Shape;1260;p111"/>
          <p:cNvSpPr txBox="1"/>
          <p:nvPr>
            <p:ph idx="4" type="subTitle"/>
          </p:nvPr>
        </p:nvSpPr>
        <p:spPr>
          <a:xfrm>
            <a:off x="1005840" y="3840480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1" name="Google Shape;1261;p111"/>
          <p:cNvSpPr txBox="1"/>
          <p:nvPr>
            <p:ph idx="5" type="subTitle"/>
          </p:nvPr>
        </p:nvSpPr>
        <p:spPr>
          <a:xfrm>
            <a:off x="2670048" y="2414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2" name="Google Shape;1262;p111"/>
          <p:cNvSpPr txBox="1"/>
          <p:nvPr>
            <p:ph idx="6" type="subTitle"/>
          </p:nvPr>
        </p:nvSpPr>
        <p:spPr>
          <a:xfrm>
            <a:off x="1005840" y="2715767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ONLY_1_2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12"/>
          <p:cNvSpPr txBox="1"/>
          <p:nvPr>
            <p:ph idx="1" type="subTitle"/>
          </p:nvPr>
        </p:nvSpPr>
        <p:spPr>
          <a:xfrm>
            <a:off x="1399032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112"/>
          <p:cNvSpPr txBox="1"/>
          <p:nvPr>
            <p:ph idx="2" type="subTitle"/>
          </p:nvPr>
        </p:nvSpPr>
        <p:spPr>
          <a:xfrm>
            <a:off x="713232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112"/>
          <p:cNvSpPr txBox="1"/>
          <p:nvPr>
            <p:ph idx="3" type="subTitle"/>
          </p:nvPr>
        </p:nvSpPr>
        <p:spPr>
          <a:xfrm>
            <a:off x="1399032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112"/>
          <p:cNvSpPr txBox="1"/>
          <p:nvPr>
            <p:ph idx="4" type="subTitle"/>
          </p:nvPr>
        </p:nvSpPr>
        <p:spPr>
          <a:xfrm>
            <a:off x="713232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112"/>
          <p:cNvSpPr txBox="1"/>
          <p:nvPr>
            <p:ph idx="5" type="subTitle"/>
          </p:nvPr>
        </p:nvSpPr>
        <p:spPr>
          <a:xfrm>
            <a:off x="6263640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9" name="Google Shape;1269;p112"/>
          <p:cNvSpPr txBox="1"/>
          <p:nvPr>
            <p:ph idx="6" type="subTitle"/>
          </p:nvPr>
        </p:nvSpPr>
        <p:spPr>
          <a:xfrm>
            <a:off x="6263640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0" name="Google Shape;1270;p112"/>
          <p:cNvSpPr txBox="1"/>
          <p:nvPr>
            <p:ph idx="7" type="subTitle"/>
          </p:nvPr>
        </p:nvSpPr>
        <p:spPr>
          <a:xfrm>
            <a:off x="6263640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1" name="Google Shape;1271;p112"/>
          <p:cNvSpPr txBox="1"/>
          <p:nvPr>
            <p:ph idx="8" type="subTitle"/>
          </p:nvPr>
        </p:nvSpPr>
        <p:spPr>
          <a:xfrm>
            <a:off x="6263640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2" name="Google Shape;1272;p112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73" name="Google Shape;1273;p11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74" name="Google Shape;1274;p11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275" name="Google Shape;1275;p1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1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1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1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1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1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1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1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1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1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1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1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1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1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1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ONLY_1_1_1"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13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99" name="Google Shape;1299;p113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0" name="Google Shape;1300;p113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301" name="Google Shape;1301;p11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1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1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1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1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1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1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1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1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1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1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1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1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1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1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1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1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1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3" name="Google Shape;1323;p113"/>
          <p:cNvSpPr txBox="1"/>
          <p:nvPr>
            <p:ph idx="1" type="subTitle"/>
          </p:nvPr>
        </p:nvSpPr>
        <p:spPr>
          <a:xfrm>
            <a:off x="2064284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4" name="Google Shape;1324;p113"/>
          <p:cNvSpPr txBox="1"/>
          <p:nvPr>
            <p:ph idx="2" type="subTitle"/>
          </p:nvPr>
        </p:nvSpPr>
        <p:spPr>
          <a:xfrm>
            <a:off x="2064284" y="1591056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5" name="Google Shape;1325;p113"/>
          <p:cNvSpPr txBox="1"/>
          <p:nvPr>
            <p:ph idx="3" type="subTitle"/>
          </p:nvPr>
        </p:nvSpPr>
        <p:spPr>
          <a:xfrm>
            <a:off x="2064284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6" name="Google Shape;1326;p113"/>
          <p:cNvSpPr txBox="1"/>
          <p:nvPr>
            <p:ph idx="4" type="subTitle"/>
          </p:nvPr>
        </p:nvSpPr>
        <p:spPr>
          <a:xfrm>
            <a:off x="2064272" y="375818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7" name="Google Shape;1327;p113"/>
          <p:cNvSpPr txBox="1"/>
          <p:nvPr>
            <p:ph idx="5" type="subTitle"/>
          </p:nvPr>
        </p:nvSpPr>
        <p:spPr>
          <a:xfrm>
            <a:off x="5833573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8" name="Google Shape;1328;p113"/>
          <p:cNvSpPr txBox="1"/>
          <p:nvPr>
            <p:ph idx="6" type="subTitle"/>
          </p:nvPr>
        </p:nvSpPr>
        <p:spPr>
          <a:xfrm>
            <a:off x="5833572" y="1591050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9" name="Google Shape;1329;p113"/>
          <p:cNvSpPr txBox="1"/>
          <p:nvPr>
            <p:ph idx="7" type="subTitle"/>
          </p:nvPr>
        </p:nvSpPr>
        <p:spPr>
          <a:xfrm>
            <a:off x="5833573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0" name="Google Shape;1330;p113"/>
          <p:cNvSpPr txBox="1"/>
          <p:nvPr>
            <p:ph idx="8" type="subTitle"/>
          </p:nvPr>
        </p:nvSpPr>
        <p:spPr>
          <a:xfrm>
            <a:off x="5833572" y="3758175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1" name="Google Shape;1331;p113"/>
          <p:cNvSpPr txBox="1"/>
          <p:nvPr>
            <p:ph idx="9" type="subTitle"/>
          </p:nvPr>
        </p:nvSpPr>
        <p:spPr>
          <a:xfrm>
            <a:off x="2064284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2" name="Google Shape;1332;p113"/>
          <p:cNvSpPr txBox="1"/>
          <p:nvPr>
            <p:ph idx="13" type="subTitle"/>
          </p:nvPr>
        </p:nvSpPr>
        <p:spPr>
          <a:xfrm>
            <a:off x="2064272" y="266090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3" name="Google Shape;1333;p113"/>
          <p:cNvSpPr txBox="1"/>
          <p:nvPr>
            <p:ph idx="14" type="subTitle"/>
          </p:nvPr>
        </p:nvSpPr>
        <p:spPr>
          <a:xfrm>
            <a:off x="5833573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4" name="Google Shape;1334;p113"/>
          <p:cNvSpPr txBox="1"/>
          <p:nvPr>
            <p:ph idx="15" type="subTitle"/>
          </p:nvPr>
        </p:nvSpPr>
        <p:spPr>
          <a:xfrm>
            <a:off x="5833572" y="2660901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TITLE_ONLY_1_1_1_1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14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37" name="Google Shape;1337;p114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8" name="Google Shape;1338;p11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339" name="Google Shape;1339;p11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1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1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1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1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1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1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1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1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1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1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1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1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1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1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1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1" name="Google Shape;1361;p114"/>
          <p:cNvSpPr txBox="1"/>
          <p:nvPr>
            <p:ph idx="1" type="subTitle"/>
          </p:nvPr>
        </p:nvSpPr>
        <p:spPr>
          <a:xfrm>
            <a:off x="1706834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2" name="Google Shape;1362;p114"/>
          <p:cNvSpPr txBox="1"/>
          <p:nvPr>
            <p:ph idx="2" type="subTitle"/>
          </p:nvPr>
        </p:nvSpPr>
        <p:spPr>
          <a:xfrm>
            <a:off x="1706830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3" name="Google Shape;1363;p114"/>
          <p:cNvSpPr txBox="1"/>
          <p:nvPr>
            <p:ph idx="3" type="subTitle"/>
          </p:nvPr>
        </p:nvSpPr>
        <p:spPr>
          <a:xfrm>
            <a:off x="4385072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114"/>
          <p:cNvSpPr txBox="1"/>
          <p:nvPr>
            <p:ph idx="4" type="subTitle"/>
          </p:nvPr>
        </p:nvSpPr>
        <p:spPr>
          <a:xfrm>
            <a:off x="438507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5" name="Google Shape;1365;p114"/>
          <p:cNvSpPr txBox="1"/>
          <p:nvPr>
            <p:ph idx="5" type="subTitle"/>
          </p:nvPr>
        </p:nvSpPr>
        <p:spPr>
          <a:xfrm>
            <a:off x="4385072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114"/>
          <p:cNvSpPr txBox="1"/>
          <p:nvPr>
            <p:ph idx="6" type="subTitle"/>
          </p:nvPr>
        </p:nvSpPr>
        <p:spPr>
          <a:xfrm>
            <a:off x="438507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7" name="Google Shape;1367;p114"/>
          <p:cNvSpPr txBox="1"/>
          <p:nvPr>
            <p:ph idx="7" type="subTitle"/>
          </p:nvPr>
        </p:nvSpPr>
        <p:spPr>
          <a:xfrm>
            <a:off x="7063323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8" name="Google Shape;1368;p114"/>
          <p:cNvSpPr txBox="1"/>
          <p:nvPr>
            <p:ph idx="8" type="subTitle"/>
          </p:nvPr>
        </p:nvSpPr>
        <p:spPr>
          <a:xfrm>
            <a:off x="70633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9" name="Google Shape;1369;p114"/>
          <p:cNvSpPr txBox="1"/>
          <p:nvPr>
            <p:ph idx="9" type="subTitle"/>
          </p:nvPr>
        </p:nvSpPr>
        <p:spPr>
          <a:xfrm>
            <a:off x="1706834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0" name="Google Shape;1370;p114"/>
          <p:cNvSpPr txBox="1"/>
          <p:nvPr>
            <p:ph idx="13" type="subTitle"/>
          </p:nvPr>
        </p:nvSpPr>
        <p:spPr>
          <a:xfrm>
            <a:off x="17068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1" name="Google Shape;1371;p114"/>
          <p:cNvSpPr txBox="1"/>
          <p:nvPr>
            <p:ph idx="14" type="subTitle"/>
          </p:nvPr>
        </p:nvSpPr>
        <p:spPr>
          <a:xfrm>
            <a:off x="7063323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2" name="Google Shape;1372;p114"/>
          <p:cNvSpPr txBox="1"/>
          <p:nvPr>
            <p:ph idx="15" type="subTitle"/>
          </p:nvPr>
        </p:nvSpPr>
        <p:spPr>
          <a:xfrm>
            <a:off x="706332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TITLE_ONLY_2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15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75" name="Google Shape;1375;p115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6" name="Google Shape;1376;p115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377" name="Google Shape;1377;p1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1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1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1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1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1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1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1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1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1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1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1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1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1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1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15"/>
          <p:cNvSpPr txBox="1"/>
          <p:nvPr>
            <p:ph idx="1" type="subTitle"/>
          </p:nvPr>
        </p:nvSpPr>
        <p:spPr>
          <a:xfrm>
            <a:off x="88696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0" name="Google Shape;1400;p115"/>
          <p:cNvSpPr txBox="1"/>
          <p:nvPr>
            <p:ph idx="2" type="subTitle"/>
          </p:nvPr>
        </p:nvSpPr>
        <p:spPr>
          <a:xfrm>
            <a:off x="749808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1" name="Google Shape;1401;p115"/>
          <p:cNvSpPr txBox="1"/>
          <p:nvPr>
            <p:ph idx="3" type="subTitle"/>
          </p:nvPr>
        </p:nvSpPr>
        <p:spPr>
          <a:xfrm>
            <a:off x="7077456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" name="Google Shape;1402;p115"/>
          <p:cNvSpPr txBox="1"/>
          <p:nvPr>
            <p:ph idx="4" type="subTitle"/>
          </p:nvPr>
        </p:nvSpPr>
        <p:spPr>
          <a:xfrm>
            <a:off x="6940296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3" name="Google Shape;1403;p115"/>
          <p:cNvSpPr txBox="1"/>
          <p:nvPr>
            <p:ph idx="5" type="subTitle"/>
          </p:nvPr>
        </p:nvSpPr>
        <p:spPr>
          <a:xfrm>
            <a:off x="2950393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4" name="Google Shape;1404;p115"/>
          <p:cNvSpPr txBox="1"/>
          <p:nvPr>
            <p:ph idx="6" type="subTitle"/>
          </p:nvPr>
        </p:nvSpPr>
        <p:spPr>
          <a:xfrm>
            <a:off x="2813304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5" name="Google Shape;1405;p115"/>
          <p:cNvSpPr txBox="1"/>
          <p:nvPr>
            <p:ph idx="7" type="subTitle"/>
          </p:nvPr>
        </p:nvSpPr>
        <p:spPr>
          <a:xfrm>
            <a:off x="501391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6" name="Google Shape;1406;p115"/>
          <p:cNvSpPr txBox="1"/>
          <p:nvPr>
            <p:ph idx="8" type="subTitle"/>
          </p:nvPr>
        </p:nvSpPr>
        <p:spPr>
          <a:xfrm>
            <a:off x="4876800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ONLY_2_1"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16"/>
          <p:cNvSpPr txBox="1"/>
          <p:nvPr>
            <p:ph idx="1" type="subTitle"/>
          </p:nvPr>
        </p:nvSpPr>
        <p:spPr>
          <a:xfrm>
            <a:off x="924358" y="2982025"/>
            <a:ext cx="1717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9" name="Google Shape;1409;p116"/>
          <p:cNvSpPr txBox="1"/>
          <p:nvPr>
            <p:ph idx="2" type="subTitle"/>
          </p:nvPr>
        </p:nvSpPr>
        <p:spPr>
          <a:xfrm>
            <a:off x="724602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" name="Google Shape;1410;p116"/>
          <p:cNvSpPr txBox="1"/>
          <p:nvPr>
            <p:ph idx="3" type="subTitle"/>
          </p:nvPr>
        </p:nvSpPr>
        <p:spPr>
          <a:xfrm>
            <a:off x="3712963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116"/>
          <p:cNvSpPr txBox="1"/>
          <p:nvPr>
            <p:ph idx="4" type="subTitle"/>
          </p:nvPr>
        </p:nvSpPr>
        <p:spPr>
          <a:xfrm>
            <a:off x="3513298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2" name="Google Shape;1412;p116"/>
          <p:cNvSpPr txBox="1"/>
          <p:nvPr>
            <p:ph idx="5" type="subTitle"/>
          </p:nvPr>
        </p:nvSpPr>
        <p:spPr>
          <a:xfrm>
            <a:off x="6501707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3" name="Google Shape;1413;p116"/>
          <p:cNvSpPr txBox="1"/>
          <p:nvPr>
            <p:ph idx="6" type="subTitle"/>
          </p:nvPr>
        </p:nvSpPr>
        <p:spPr>
          <a:xfrm>
            <a:off x="6302000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4" name="Google Shape;1414;p116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415" name="Google Shape;1415;p11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6" name="Google Shape;1416;p116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417" name="Google Shape;1417;p1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1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1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1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1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1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1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1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1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1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1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1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1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1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1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17"/>
          <p:cNvSpPr txBox="1"/>
          <p:nvPr>
            <p:ph hasCustomPrompt="1" type="title"/>
          </p:nvPr>
        </p:nvSpPr>
        <p:spPr>
          <a:xfrm>
            <a:off x="713225" y="2012563"/>
            <a:ext cx="77175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1" name="Google Shape;1441;p117"/>
          <p:cNvSpPr txBox="1"/>
          <p:nvPr>
            <p:ph idx="1" type="subTitle"/>
          </p:nvPr>
        </p:nvSpPr>
        <p:spPr>
          <a:xfrm>
            <a:off x="713225" y="2856738"/>
            <a:ext cx="771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2" name="Google Shape;1442;p117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443" name="Google Shape;1443;p11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1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1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1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1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1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1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1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1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1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5" name="Google Shape;1465;p117"/>
          <p:cNvGrpSpPr/>
          <p:nvPr/>
        </p:nvGrpSpPr>
        <p:grpSpPr>
          <a:xfrm rot="5400000">
            <a:off x="7648034" y="-312722"/>
            <a:ext cx="1209907" cy="1782036"/>
            <a:chOff x="700771" y="-227337"/>
            <a:chExt cx="1458774" cy="2138785"/>
          </a:xfrm>
        </p:grpSpPr>
        <p:sp>
          <p:nvSpPr>
            <p:cNvPr id="1466" name="Google Shape;1466;p11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1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1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1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1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1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1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1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1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1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17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1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1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1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1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2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18"/>
          <p:cNvSpPr txBox="1"/>
          <p:nvPr>
            <p:ph type="title"/>
          </p:nvPr>
        </p:nvSpPr>
        <p:spPr>
          <a:xfrm>
            <a:off x="3126225" y="1370175"/>
            <a:ext cx="28914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487" name="Google Shape;1487;p118"/>
          <p:cNvSpPr txBox="1"/>
          <p:nvPr>
            <p:ph idx="1" type="subTitle"/>
          </p:nvPr>
        </p:nvSpPr>
        <p:spPr>
          <a:xfrm>
            <a:off x="2033525" y="3073100"/>
            <a:ext cx="50769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8" name="Google Shape;1488;p118"/>
          <p:cNvSpPr/>
          <p:nvPr/>
        </p:nvSpPr>
        <p:spPr>
          <a:xfrm flipH="1" rot="-5400000">
            <a:off x="3915139" y="-129225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118"/>
          <p:cNvSpPr/>
          <p:nvPr/>
        </p:nvSpPr>
        <p:spPr>
          <a:xfrm flipH="1" rot="5400000">
            <a:off x="3915139" y="3746750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118"/>
          <p:cNvSpPr/>
          <p:nvPr/>
        </p:nvSpPr>
        <p:spPr>
          <a:xfrm rot="-5400000">
            <a:off x="4846692" y="771370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118"/>
          <p:cNvSpPr/>
          <p:nvPr/>
        </p:nvSpPr>
        <p:spPr>
          <a:xfrm rot="5400000">
            <a:off x="3995542" y="4059545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3_1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19"/>
          <p:cNvSpPr txBox="1"/>
          <p:nvPr>
            <p:ph type="title"/>
          </p:nvPr>
        </p:nvSpPr>
        <p:spPr>
          <a:xfrm>
            <a:off x="3350875" y="17567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494" name="Google Shape;1494;p119"/>
          <p:cNvSpPr txBox="1"/>
          <p:nvPr>
            <p:ph idx="1" type="subTitle"/>
          </p:nvPr>
        </p:nvSpPr>
        <p:spPr>
          <a:xfrm>
            <a:off x="3350825" y="26009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95" name="Google Shape;1495;p119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1496" name="Google Shape;1496;p11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9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9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19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19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19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1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19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19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9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9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9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19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19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19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19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19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19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5" name="Google Shape;1515;p119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516" name="Google Shape;1516;p11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1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1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1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IG_NUMBER_3_2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20"/>
          <p:cNvSpPr txBox="1"/>
          <p:nvPr>
            <p:ph type="title"/>
          </p:nvPr>
        </p:nvSpPr>
        <p:spPr>
          <a:xfrm>
            <a:off x="3350875" y="18578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0" name="Google Shape;1540;p120"/>
          <p:cNvSpPr txBox="1"/>
          <p:nvPr>
            <p:ph idx="1" type="subTitle"/>
          </p:nvPr>
        </p:nvSpPr>
        <p:spPr>
          <a:xfrm>
            <a:off x="3350825" y="27020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1" name="Google Shape;1541;p120"/>
          <p:cNvSpPr txBox="1"/>
          <p:nvPr>
            <p:ph idx="2" type="title"/>
          </p:nvPr>
        </p:nvSpPr>
        <p:spPr>
          <a:xfrm>
            <a:off x="846400" y="2818825"/>
            <a:ext cx="14160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2" name="Google Shape;1542;p120"/>
          <p:cNvSpPr txBox="1"/>
          <p:nvPr>
            <p:ph idx="3" type="subTitle"/>
          </p:nvPr>
        </p:nvSpPr>
        <p:spPr>
          <a:xfrm>
            <a:off x="846400" y="3364175"/>
            <a:ext cx="1416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120"/>
          <p:cNvSpPr txBox="1"/>
          <p:nvPr>
            <p:ph idx="4" type="title"/>
          </p:nvPr>
        </p:nvSpPr>
        <p:spPr>
          <a:xfrm>
            <a:off x="6878425" y="1110850"/>
            <a:ext cx="1417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4" name="Google Shape;1544;p120"/>
          <p:cNvSpPr txBox="1"/>
          <p:nvPr>
            <p:ph idx="5" type="subTitle"/>
          </p:nvPr>
        </p:nvSpPr>
        <p:spPr>
          <a:xfrm>
            <a:off x="6878428" y="1646460"/>
            <a:ext cx="1417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5" name="Google Shape;1545;p120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546" name="Google Shape;1546;p12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2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2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2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2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2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2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2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2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2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2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2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2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2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2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2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2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2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8" name="Google Shape;1568;p120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1569" name="Google Shape;1569;p12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2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20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20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20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20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20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2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20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20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20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20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20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20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20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20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20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20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20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21"/>
          <p:cNvSpPr txBox="1"/>
          <p:nvPr>
            <p:ph type="title"/>
          </p:nvPr>
        </p:nvSpPr>
        <p:spPr>
          <a:xfrm>
            <a:off x="2345175" y="209105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0" name="Google Shape;1590;p121"/>
          <p:cNvSpPr txBox="1"/>
          <p:nvPr>
            <p:ph idx="1" type="subTitle"/>
          </p:nvPr>
        </p:nvSpPr>
        <p:spPr>
          <a:xfrm>
            <a:off x="2345175" y="278282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1" name="Google Shape;1591;p121"/>
          <p:cNvSpPr txBox="1"/>
          <p:nvPr>
            <p:ph idx="2" type="title"/>
          </p:nvPr>
        </p:nvSpPr>
        <p:spPr>
          <a:xfrm>
            <a:off x="2345175" y="36426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2" name="Google Shape;1592;p121"/>
          <p:cNvSpPr txBox="1"/>
          <p:nvPr>
            <p:ph idx="3" type="subTitle"/>
          </p:nvPr>
        </p:nvSpPr>
        <p:spPr>
          <a:xfrm>
            <a:off x="2345175" y="43343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3" name="Google Shape;1593;p121"/>
          <p:cNvSpPr txBox="1"/>
          <p:nvPr>
            <p:ph idx="4" type="title"/>
          </p:nvPr>
        </p:nvSpPr>
        <p:spPr>
          <a:xfrm>
            <a:off x="2345175" y="5395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4" name="Google Shape;1594;p121"/>
          <p:cNvSpPr txBox="1"/>
          <p:nvPr>
            <p:ph idx="5" type="subTitle"/>
          </p:nvPr>
        </p:nvSpPr>
        <p:spPr>
          <a:xfrm>
            <a:off x="2345175" y="12312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95" name="Google Shape;1595;p121"/>
          <p:cNvGrpSpPr/>
          <p:nvPr/>
        </p:nvGrpSpPr>
        <p:grpSpPr>
          <a:xfrm rot="-5400000">
            <a:off x="286059" y="3717553"/>
            <a:ext cx="1209907" cy="1782036"/>
            <a:chOff x="700771" y="-227337"/>
            <a:chExt cx="1458774" cy="2138785"/>
          </a:xfrm>
        </p:grpSpPr>
        <p:sp>
          <p:nvSpPr>
            <p:cNvPr id="1596" name="Google Shape;1596;p12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2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2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2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2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2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2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2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2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2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21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2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2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2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2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2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2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2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2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5" name="Google Shape;1615;p121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1616" name="Google Shape;1616;p12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2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2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2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2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2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2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2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2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2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2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2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2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2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2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2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2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2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IG_NUMBER_1_1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22"/>
          <p:cNvSpPr txBox="1"/>
          <p:nvPr>
            <p:ph type="title"/>
          </p:nvPr>
        </p:nvSpPr>
        <p:spPr>
          <a:xfrm>
            <a:off x="713225" y="2947500"/>
            <a:ext cx="385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0" name="Google Shape;1640;p122"/>
          <p:cNvSpPr txBox="1"/>
          <p:nvPr>
            <p:ph idx="1" type="subTitle"/>
          </p:nvPr>
        </p:nvSpPr>
        <p:spPr>
          <a:xfrm>
            <a:off x="713225" y="3712464"/>
            <a:ext cx="3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1" name="Google Shape;1641;p122"/>
          <p:cNvSpPr txBox="1"/>
          <p:nvPr>
            <p:ph idx="2" type="title"/>
          </p:nvPr>
        </p:nvSpPr>
        <p:spPr>
          <a:xfrm>
            <a:off x="4572175" y="1389175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2" name="Google Shape;1642;p122"/>
          <p:cNvSpPr txBox="1"/>
          <p:nvPr>
            <p:ph idx="3" type="subTitle"/>
          </p:nvPr>
        </p:nvSpPr>
        <p:spPr>
          <a:xfrm>
            <a:off x="4572000" y="2157175"/>
            <a:ext cx="385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122"/>
          <p:cNvSpPr txBox="1"/>
          <p:nvPr>
            <p:ph idx="4" type="title"/>
          </p:nvPr>
        </p:nvSpPr>
        <p:spPr>
          <a:xfrm>
            <a:off x="713225" y="1389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4" name="Google Shape;1644;p122"/>
          <p:cNvSpPr txBox="1"/>
          <p:nvPr>
            <p:ph idx="5" type="subTitle"/>
          </p:nvPr>
        </p:nvSpPr>
        <p:spPr>
          <a:xfrm>
            <a:off x="713225" y="2157175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122"/>
          <p:cNvSpPr txBox="1"/>
          <p:nvPr>
            <p:ph idx="6" type="title"/>
          </p:nvPr>
        </p:nvSpPr>
        <p:spPr>
          <a:xfrm>
            <a:off x="4572175" y="2945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6" name="Google Shape;1646;p122"/>
          <p:cNvSpPr txBox="1"/>
          <p:nvPr>
            <p:ph idx="7" type="subTitle"/>
          </p:nvPr>
        </p:nvSpPr>
        <p:spPr>
          <a:xfrm>
            <a:off x="4572175" y="3713200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7" name="Google Shape;1647;p12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48" name="Google Shape;1648;p12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2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2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2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2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2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2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2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2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2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2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2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2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2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2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2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2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2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23"/>
          <p:cNvSpPr txBox="1"/>
          <p:nvPr>
            <p:ph type="title"/>
          </p:nvPr>
        </p:nvSpPr>
        <p:spPr>
          <a:xfrm>
            <a:off x="5355638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2" name="Google Shape;1672;p123"/>
          <p:cNvSpPr txBox="1"/>
          <p:nvPr>
            <p:ph idx="1" type="subTitle"/>
          </p:nvPr>
        </p:nvSpPr>
        <p:spPr>
          <a:xfrm>
            <a:off x="5355638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73" name="Google Shape;1673;p123"/>
          <p:cNvCxnSpPr/>
          <p:nvPr/>
        </p:nvCxnSpPr>
        <p:spPr>
          <a:xfrm>
            <a:off x="5360975" y="2502600"/>
            <a:ext cx="3783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4" name="Google Shape;1674;p12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75" name="Google Shape;1675;p12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2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2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2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2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2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2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2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2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2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2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2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2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2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2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2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2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2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24"/>
          <p:cNvSpPr txBox="1"/>
          <p:nvPr>
            <p:ph type="title"/>
          </p:nvPr>
        </p:nvSpPr>
        <p:spPr>
          <a:xfrm flipH="1">
            <a:off x="1342550" y="1770450"/>
            <a:ext cx="2944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9" name="Google Shape;1699;p124"/>
          <p:cNvSpPr txBox="1"/>
          <p:nvPr>
            <p:ph idx="1" type="subTitle"/>
          </p:nvPr>
        </p:nvSpPr>
        <p:spPr>
          <a:xfrm flipH="1">
            <a:off x="1342550" y="2387550"/>
            <a:ext cx="29445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0" name="Google Shape;1700;p124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1701" name="Google Shape;1701;p12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2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2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2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2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2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2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2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2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2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2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2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2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2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2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2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2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2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2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25"/>
          <p:cNvSpPr txBox="1"/>
          <p:nvPr>
            <p:ph type="title"/>
          </p:nvPr>
        </p:nvSpPr>
        <p:spPr>
          <a:xfrm flipH="1">
            <a:off x="1859026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5" name="Google Shape;1725;p125"/>
          <p:cNvSpPr txBox="1"/>
          <p:nvPr>
            <p:ph idx="1" type="subTitle"/>
          </p:nvPr>
        </p:nvSpPr>
        <p:spPr>
          <a:xfrm flipH="1">
            <a:off x="1859026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26" name="Google Shape;1726;p125"/>
          <p:cNvCxnSpPr/>
          <p:nvPr/>
        </p:nvCxnSpPr>
        <p:spPr>
          <a:xfrm rot="10800000">
            <a:off x="125" y="2502600"/>
            <a:ext cx="4867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7" name="Google Shape;1727;p125"/>
          <p:cNvGrpSpPr/>
          <p:nvPr/>
        </p:nvGrpSpPr>
        <p:grpSpPr>
          <a:xfrm rot="-5400000">
            <a:off x="665615" y="3611830"/>
            <a:ext cx="877851" cy="2209091"/>
            <a:chOff x="-26858" y="-227337"/>
            <a:chExt cx="1093215" cy="2757917"/>
          </a:xfrm>
        </p:grpSpPr>
        <p:sp>
          <p:nvSpPr>
            <p:cNvPr id="1728" name="Google Shape;1728;p1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2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2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2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2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2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2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2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2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2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2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2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2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2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2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_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26"/>
          <p:cNvSpPr txBox="1"/>
          <p:nvPr>
            <p:ph type="ctrTitle"/>
          </p:nvPr>
        </p:nvSpPr>
        <p:spPr>
          <a:xfrm>
            <a:off x="2769125" y="539500"/>
            <a:ext cx="36057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52" name="Google Shape;1752;p126"/>
          <p:cNvSpPr txBox="1"/>
          <p:nvPr>
            <p:ph idx="1" type="subTitle"/>
          </p:nvPr>
        </p:nvSpPr>
        <p:spPr>
          <a:xfrm>
            <a:off x="2725300" y="1609975"/>
            <a:ext cx="3693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3" name="Google Shape;1753;p126"/>
          <p:cNvSpPr txBox="1"/>
          <p:nvPr/>
        </p:nvSpPr>
        <p:spPr>
          <a:xfrm>
            <a:off x="3023550" y="3354600"/>
            <a:ext cx="30969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including icons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754" name="Google Shape;1754;p126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1755" name="Google Shape;1755;p12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2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2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2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2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2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2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2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2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2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2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2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2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2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2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2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2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2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2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2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2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2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2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2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2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2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2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2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2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2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2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2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2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2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2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2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2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2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2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2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9" name="Google Shape;1799;p126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1800" name="Google Shape;1800;p12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2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2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2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2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2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2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2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2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2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2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2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2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2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2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2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2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2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2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2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2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2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2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2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2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2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2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2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2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2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2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2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2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2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2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2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bg>
      <p:bgPr>
        <a:solidFill>
          <a:schemeClr val="lt1"/>
        </a:solidFill>
      </p:bgPr>
    </p:bg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2" name="Google Shape;1842;p132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1843" name="Google Shape;1843;p132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32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32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32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32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32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32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32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32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32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32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32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32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32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32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32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32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32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32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32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32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32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32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32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32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32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32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32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32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32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32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32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32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32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32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32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32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32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32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32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7" name="Google Shape;1887;p132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888" name="Google Shape;1888;p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3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3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3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3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3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3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3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3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3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3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13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13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13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3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3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13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13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3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13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3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3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32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3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3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3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3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3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3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3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3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">
    <p:bg>
      <p:bgPr>
        <a:solidFill>
          <a:schemeClr val="lt1"/>
        </a:solidFill>
      </p:bgPr>
    </p:bg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9" name="Google Shape;1929;p13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930" name="Google Shape;1930;p1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3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13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3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3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3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3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3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3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3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3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3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3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3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13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SemiBold"/>
              <a:buNone/>
              <a:defRPr b="0" i="0" sz="2800" u="none" cap="none" strike="noStrik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1"/>
          <p:cNvSpPr txBox="1"/>
          <p:nvPr>
            <p:ph type="ctrTitle"/>
          </p:nvPr>
        </p:nvSpPr>
        <p:spPr>
          <a:xfrm>
            <a:off x="2670000" y="1248875"/>
            <a:ext cx="380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3300"/>
              <a:t>SIDEP</a:t>
            </a:r>
            <a:endParaRPr sz="13300"/>
          </a:p>
        </p:txBody>
      </p:sp>
      <p:sp>
        <p:nvSpPr>
          <p:cNvPr id="1957" name="Google Shape;1957;p1"/>
          <p:cNvSpPr txBox="1"/>
          <p:nvPr>
            <p:ph idx="1" type="subTitle"/>
          </p:nvPr>
        </p:nvSpPr>
        <p:spPr>
          <a:xfrm>
            <a:off x="79875" y="3679575"/>
            <a:ext cx="29310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Integrantes: </a:t>
            </a:r>
            <a:r>
              <a:rPr lang="en" sz="1400"/>
              <a:t>Luis Salamanca</a:t>
            </a:r>
            <a:endParaRPr sz="14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      Diego de la Sota</a:t>
            </a:r>
            <a:br>
              <a:rPr lang="en" sz="1400"/>
            </a:br>
            <a:r>
              <a:rPr lang="en" sz="1400"/>
              <a:t>      Ignacio Pinares</a:t>
            </a:r>
            <a:endParaRPr sz="14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Asignatura: Capstone</a:t>
            </a:r>
            <a:endParaRPr sz="1400"/>
          </a:p>
        </p:txBody>
      </p:sp>
      <p:sp>
        <p:nvSpPr>
          <p:cNvPr id="1958" name="Google Shape;1958;p1"/>
          <p:cNvSpPr/>
          <p:nvPr/>
        </p:nvSpPr>
        <p:spPr>
          <a:xfrm rot="10800000">
            <a:off x="-76200" y="1690558"/>
            <a:ext cx="382257" cy="441707"/>
          </a:xfrm>
          <a:custGeom>
            <a:rect b="b" l="l" r="r" t="t"/>
            <a:pathLst>
              <a:path extrusionOk="0" h="31824" w="27654">
                <a:moveTo>
                  <a:pt x="27653" y="1"/>
                </a:moveTo>
                <a:lnTo>
                  <a:pt x="0" y="15845"/>
                </a:lnTo>
                <a:lnTo>
                  <a:pt x="27653" y="31823"/>
                </a:lnTo>
                <a:lnTo>
                  <a:pt x="2765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1"/>
          <p:cNvSpPr/>
          <p:nvPr/>
        </p:nvSpPr>
        <p:spPr>
          <a:xfrm rot="10800000">
            <a:off x="-76202" y="1248850"/>
            <a:ext cx="382247" cy="663492"/>
          </a:xfrm>
          <a:custGeom>
            <a:rect b="b" l="l" r="r" t="t"/>
            <a:pathLst>
              <a:path extrusionOk="0" h="47802" w="27654">
                <a:moveTo>
                  <a:pt x="0" y="0"/>
                </a:moveTo>
                <a:lnTo>
                  <a:pt x="0" y="31823"/>
                </a:lnTo>
                <a:lnTo>
                  <a:pt x="134" y="31956"/>
                </a:lnTo>
                <a:lnTo>
                  <a:pt x="27653" y="47801"/>
                </a:lnTo>
                <a:lnTo>
                  <a:pt x="27653" y="159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1"/>
          <p:cNvSpPr/>
          <p:nvPr/>
        </p:nvSpPr>
        <p:spPr>
          <a:xfrm rot="10800000">
            <a:off x="-76200" y="143724"/>
            <a:ext cx="382257" cy="663476"/>
          </a:xfrm>
          <a:custGeom>
            <a:rect b="b" l="l" r="r" t="t"/>
            <a:pathLst>
              <a:path extrusionOk="0" h="47802" w="27654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"/>
          <p:cNvSpPr/>
          <p:nvPr/>
        </p:nvSpPr>
        <p:spPr>
          <a:xfrm rot="10800000">
            <a:off x="-76202" y="-76210"/>
            <a:ext cx="380409" cy="441717"/>
          </a:xfrm>
          <a:custGeom>
            <a:rect b="b" l="l" r="r" t="t"/>
            <a:pathLst>
              <a:path extrusionOk="0" h="31824" w="27521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"/>
          <p:cNvSpPr/>
          <p:nvPr/>
        </p:nvSpPr>
        <p:spPr>
          <a:xfrm rot="10800000">
            <a:off x="-76191" y="807176"/>
            <a:ext cx="382247" cy="441703"/>
          </a:xfrm>
          <a:custGeom>
            <a:rect b="b" l="l" r="r" t="t"/>
            <a:pathLst>
              <a:path extrusionOk="0" h="31823" w="27654">
                <a:moveTo>
                  <a:pt x="27653" y="0"/>
                </a:moveTo>
                <a:lnTo>
                  <a:pt x="0" y="15978"/>
                </a:lnTo>
                <a:lnTo>
                  <a:pt x="27653" y="31823"/>
                </a:lnTo>
                <a:lnTo>
                  <a:pt x="276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"/>
          <p:cNvSpPr/>
          <p:nvPr/>
        </p:nvSpPr>
        <p:spPr>
          <a:xfrm rot="10800000">
            <a:off x="686447" y="1690558"/>
            <a:ext cx="380418" cy="441707"/>
          </a:xfrm>
          <a:custGeom>
            <a:rect b="b" l="l" r="r" t="t"/>
            <a:pathLst>
              <a:path extrusionOk="0" h="31824" w="27521">
                <a:moveTo>
                  <a:pt x="27521" y="1"/>
                </a:moveTo>
                <a:lnTo>
                  <a:pt x="1" y="15845"/>
                </a:lnTo>
                <a:lnTo>
                  <a:pt x="27521" y="31823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1"/>
          <p:cNvSpPr/>
          <p:nvPr/>
        </p:nvSpPr>
        <p:spPr>
          <a:xfrm rot="10800000">
            <a:off x="684609" y="1248865"/>
            <a:ext cx="384095" cy="661630"/>
          </a:xfrm>
          <a:custGeom>
            <a:rect b="b" l="l" r="r" t="t"/>
            <a:pathLst>
              <a:path extrusionOk="0" h="47669" w="27787">
                <a:moveTo>
                  <a:pt x="1" y="1"/>
                </a:moveTo>
                <a:lnTo>
                  <a:pt x="134" y="31823"/>
                </a:lnTo>
                <a:lnTo>
                  <a:pt x="27787" y="47668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1"/>
          <p:cNvSpPr/>
          <p:nvPr/>
        </p:nvSpPr>
        <p:spPr>
          <a:xfrm rot="10800000">
            <a:off x="306052" y="1248850"/>
            <a:ext cx="380409" cy="661646"/>
          </a:xfrm>
          <a:custGeom>
            <a:rect b="b" l="l" r="r" t="t"/>
            <a:pathLst>
              <a:path extrusionOk="0" h="47669" w="27521">
                <a:moveTo>
                  <a:pt x="27520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0" y="31823"/>
                </a:lnTo>
                <a:lnTo>
                  <a:pt x="27520" y="31690"/>
                </a:lnTo>
                <a:lnTo>
                  <a:pt x="275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"/>
          <p:cNvSpPr/>
          <p:nvPr/>
        </p:nvSpPr>
        <p:spPr>
          <a:xfrm rot="10800000">
            <a:off x="680965" y="2692002"/>
            <a:ext cx="111133" cy="127335"/>
          </a:xfrm>
          <a:custGeom>
            <a:rect b="b" l="l" r="r" t="t"/>
            <a:pathLst>
              <a:path extrusionOk="0" h="9174" w="804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1"/>
          <p:cNvSpPr/>
          <p:nvPr/>
        </p:nvSpPr>
        <p:spPr>
          <a:xfrm rot="10800000">
            <a:off x="306043" y="2132251"/>
            <a:ext cx="380418" cy="442165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1"/>
          <p:cNvSpPr/>
          <p:nvPr/>
        </p:nvSpPr>
        <p:spPr>
          <a:xfrm rot="10800000">
            <a:off x="306043" y="-76200"/>
            <a:ext cx="760822" cy="441707"/>
          </a:xfrm>
          <a:custGeom>
            <a:rect b="b" l="l" r="r" t="t"/>
            <a:pathLst>
              <a:path extrusionOk="0" h="31824" w="55041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1"/>
          <p:cNvSpPr/>
          <p:nvPr/>
        </p:nvSpPr>
        <p:spPr>
          <a:xfrm rot="10800000">
            <a:off x="306043" y="143724"/>
            <a:ext cx="380418" cy="663476"/>
          </a:xfrm>
          <a:custGeom>
            <a:rect b="b" l="l" r="r" t="t"/>
            <a:pathLst>
              <a:path extrusionOk="0" h="47802" w="27521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"/>
          <p:cNvSpPr/>
          <p:nvPr/>
        </p:nvSpPr>
        <p:spPr>
          <a:xfrm rot="10800000">
            <a:off x="306043" y="585416"/>
            <a:ext cx="380418" cy="441693"/>
          </a:xfrm>
          <a:custGeom>
            <a:rect b="b" l="l" r="r" t="t"/>
            <a:pathLst>
              <a:path extrusionOk="0" h="31823" w="27521">
                <a:moveTo>
                  <a:pt x="27520" y="0"/>
                </a:moveTo>
                <a:lnTo>
                  <a:pt x="1" y="15845"/>
                </a:lnTo>
                <a:lnTo>
                  <a:pt x="27520" y="31823"/>
                </a:lnTo>
                <a:lnTo>
                  <a:pt x="275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"/>
          <p:cNvSpPr/>
          <p:nvPr/>
        </p:nvSpPr>
        <p:spPr>
          <a:xfrm rot="10800000">
            <a:off x="-76191" y="585406"/>
            <a:ext cx="382247" cy="441703"/>
          </a:xfrm>
          <a:custGeom>
            <a:rect b="b" l="l" r="r" t="t"/>
            <a:pathLst>
              <a:path extrusionOk="0" h="31823" w="27654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"/>
          <p:cNvSpPr/>
          <p:nvPr/>
        </p:nvSpPr>
        <p:spPr>
          <a:xfrm rot="10800000">
            <a:off x="-76202" y="1027085"/>
            <a:ext cx="382247" cy="443577"/>
          </a:xfrm>
          <a:custGeom>
            <a:rect b="b" l="l" r="r" t="t"/>
            <a:pathLst>
              <a:path extrusionOk="0" h="31958" w="27654">
                <a:moveTo>
                  <a:pt x="0" y="1"/>
                </a:moveTo>
                <a:lnTo>
                  <a:pt x="0" y="31957"/>
                </a:lnTo>
                <a:lnTo>
                  <a:pt x="27653" y="1597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1"/>
          <p:cNvSpPr/>
          <p:nvPr/>
        </p:nvSpPr>
        <p:spPr>
          <a:xfrm rot="10800000">
            <a:off x="306050" y="807171"/>
            <a:ext cx="760804" cy="663492"/>
          </a:xfrm>
          <a:custGeom>
            <a:rect b="b" l="l" r="r" t="t"/>
            <a:pathLst>
              <a:path extrusionOk="0" h="47802" w="55041">
                <a:moveTo>
                  <a:pt x="55040" y="1"/>
                </a:moveTo>
                <a:lnTo>
                  <a:pt x="27521" y="15979"/>
                </a:lnTo>
                <a:lnTo>
                  <a:pt x="1" y="31957"/>
                </a:lnTo>
                <a:lnTo>
                  <a:pt x="27521" y="47802"/>
                </a:lnTo>
                <a:lnTo>
                  <a:pt x="55040" y="31957"/>
                </a:lnTo>
                <a:lnTo>
                  <a:pt x="5504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1"/>
          <p:cNvSpPr/>
          <p:nvPr/>
        </p:nvSpPr>
        <p:spPr>
          <a:xfrm rot="10800000">
            <a:off x="1449103" y="1690548"/>
            <a:ext cx="380395" cy="441717"/>
          </a:xfrm>
          <a:custGeom>
            <a:rect b="b" l="l" r="r" t="t"/>
            <a:pathLst>
              <a:path extrusionOk="0" h="31824" w="27520">
                <a:moveTo>
                  <a:pt x="27520" y="1"/>
                </a:moveTo>
                <a:lnTo>
                  <a:pt x="0" y="15845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1"/>
          <p:cNvSpPr/>
          <p:nvPr/>
        </p:nvSpPr>
        <p:spPr>
          <a:xfrm rot="10800000">
            <a:off x="1708691" y="1366463"/>
            <a:ext cx="178448" cy="206507"/>
          </a:xfrm>
          <a:custGeom>
            <a:rect b="b" l="l" r="r" t="t"/>
            <a:pathLst>
              <a:path extrusionOk="0" h="14878" w="1291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"/>
          <p:cNvSpPr/>
          <p:nvPr/>
        </p:nvSpPr>
        <p:spPr>
          <a:xfrm rot="10800000">
            <a:off x="1712381" y="2028081"/>
            <a:ext cx="120809" cy="141229"/>
          </a:xfrm>
          <a:custGeom>
            <a:rect b="b" l="l" r="r" t="t"/>
            <a:pathLst>
              <a:path extrusionOk="0" h="10175" w="8740">
                <a:moveTo>
                  <a:pt x="0" y="1"/>
                </a:moveTo>
                <a:lnTo>
                  <a:pt x="0" y="10175"/>
                </a:lnTo>
                <a:lnTo>
                  <a:pt x="8740" y="500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1"/>
          <p:cNvSpPr/>
          <p:nvPr/>
        </p:nvSpPr>
        <p:spPr>
          <a:xfrm rot="10800000">
            <a:off x="1066851" y="1248865"/>
            <a:ext cx="382257" cy="661630"/>
          </a:xfrm>
          <a:custGeom>
            <a:rect b="b" l="l" r="r" t="t"/>
            <a:pathLst>
              <a:path extrusionOk="0" h="47669" w="27654">
                <a:moveTo>
                  <a:pt x="27654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1" y="31823"/>
                </a:lnTo>
                <a:lnTo>
                  <a:pt x="27654" y="31690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1"/>
          <p:cNvSpPr/>
          <p:nvPr/>
        </p:nvSpPr>
        <p:spPr>
          <a:xfrm rot="10800000">
            <a:off x="1066861" y="1690548"/>
            <a:ext cx="382247" cy="441717"/>
          </a:xfrm>
          <a:custGeom>
            <a:rect b="b" l="l" r="r" t="t"/>
            <a:pathLst>
              <a:path extrusionOk="0" h="31824" w="27654">
                <a:moveTo>
                  <a:pt x="1" y="1"/>
                </a:moveTo>
                <a:lnTo>
                  <a:pt x="1" y="31823"/>
                </a:lnTo>
                <a:lnTo>
                  <a:pt x="27654" y="15979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1"/>
          <p:cNvSpPr/>
          <p:nvPr/>
        </p:nvSpPr>
        <p:spPr>
          <a:xfrm rot="10800000">
            <a:off x="1449103" y="365483"/>
            <a:ext cx="380395" cy="441717"/>
          </a:xfrm>
          <a:custGeom>
            <a:rect b="b" l="l" r="r" t="t"/>
            <a:pathLst>
              <a:path extrusionOk="0" h="31824" w="27520">
                <a:moveTo>
                  <a:pt x="27520" y="1"/>
                </a:moveTo>
                <a:lnTo>
                  <a:pt x="0" y="15979"/>
                </a:lnTo>
                <a:lnTo>
                  <a:pt x="27520" y="31824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"/>
          <p:cNvSpPr/>
          <p:nvPr/>
        </p:nvSpPr>
        <p:spPr>
          <a:xfrm rot="10800000">
            <a:off x="2069765" y="-76210"/>
            <a:ext cx="380409" cy="441717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"/>
          <p:cNvSpPr/>
          <p:nvPr/>
        </p:nvSpPr>
        <p:spPr>
          <a:xfrm rot="10800000">
            <a:off x="1066851" y="-76200"/>
            <a:ext cx="382257" cy="883400"/>
          </a:xfrm>
          <a:custGeom>
            <a:rect b="b" l="l" r="r" t="t"/>
            <a:pathLst>
              <a:path extrusionOk="0" h="63647" w="27654">
                <a:moveTo>
                  <a:pt x="1" y="1"/>
                </a:moveTo>
                <a:lnTo>
                  <a:pt x="1" y="31824"/>
                </a:lnTo>
                <a:lnTo>
                  <a:pt x="1" y="63646"/>
                </a:lnTo>
                <a:lnTo>
                  <a:pt x="27521" y="47802"/>
                </a:lnTo>
                <a:lnTo>
                  <a:pt x="27654" y="47802"/>
                </a:lnTo>
                <a:lnTo>
                  <a:pt x="27654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"/>
          <p:cNvSpPr/>
          <p:nvPr/>
        </p:nvSpPr>
        <p:spPr>
          <a:xfrm rot="10800000">
            <a:off x="1066851" y="585416"/>
            <a:ext cx="382257" cy="441693"/>
          </a:xfrm>
          <a:custGeom>
            <a:rect b="b" l="l" r="r" t="t"/>
            <a:pathLst>
              <a:path extrusionOk="0" h="31823" w="27654">
                <a:moveTo>
                  <a:pt x="27654" y="0"/>
                </a:moveTo>
                <a:lnTo>
                  <a:pt x="1" y="15845"/>
                </a:lnTo>
                <a:lnTo>
                  <a:pt x="27654" y="31823"/>
                </a:lnTo>
                <a:lnTo>
                  <a:pt x="2765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"/>
          <p:cNvSpPr/>
          <p:nvPr/>
        </p:nvSpPr>
        <p:spPr>
          <a:xfrm rot="10800000">
            <a:off x="686445" y="143703"/>
            <a:ext cx="382247" cy="883406"/>
          </a:xfrm>
          <a:custGeom>
            <a:rect b="b" l="l" r="r" t="t"/>
            <a:pathLst>
              <a:path extrusionOk="0" h="63646" w="27654">
                <a:moveTo>
                  <a:pt x="134" y="0"/>
                </a:moveTo>
                <a:lnTo>
                  <a:pt x="1" y="31823"/>
                </a:lnTo>
                <a:lnTo>
                  <a:pt x="134" y="31823"/>
                </a:lnTo>
                <a:lnTo>
                  <a:pt x="134" y="63646"/>
                </a:lnTo>
                <a:lnTo>
                  <a:pt x="27654" y="47668"/>
                </a:lnTo>
                <a:lnTo>
                  <a:pt x="27654" y="1584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1"/>
          <p:cNvSpPr/>
          <p:nvPr/>
        </p:nvSpPr>
        <p:spPr>
          <a:xfrm rot="10800000">
            <a:off x="686465" y="807171"/>
            <a:ext cx="762643" cy="663492"/>
          </a:xfrm>
          <a:custGeom>
            <a:rect b="b" l="l" r="r" t="t"/>
            <a:pathLst>
              <a:path extrusionOk="0" h="47802" w="55174">
                <a:moveTo>
                  <a:pt x="27654" y="1"/>
                </a:moveTo>
                <a:lnTo>
                  <a:pt x="1" y="15979"/>
                </a:lnTo>
                <a:lnTo>
                  <a:pt x="1" y="47802"/>
                </a:lnTo>
                <a:lnTo>
                  <a:pt x="27654" y="31957"/>
                </a:lnTo>
                <a:lnTo>
                  <a:pt x="55174" y="15979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"/>
          <p:cNvSpPr/>
          <p:nvPr/>
        </p:nvSpPr>
        <p:spPr>
          <a:xfrm>
            <a:off x="8761740" y="4256839"/>
            <a:ext cx="382247" cy="663492"/>
          </a:xfrm>
          <a:custGeom>
            <a:rect b="b" l="l" r="r" t="t"/>
            <a:pathLst>
              <a:path extrusionOk="0" h="47802" w="27654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1"/>
          <p:cNvSpPr/>
          <p:nvPr/>
        </p:nvSpPr>
        <p:spPr>
          <a:xfrm>
            <a:off x="8763590" y="4698532"/>
            <a:ext cx="380409" cy="441717"/>
          </a:xfrm>
          <a:custGeom>
            <a:rect b="b" l="l" r="r" t="t"/>
            <a:pathLst>
              <a:path extrusionOk="0" h="31824" w="27521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"/>
          <p:cNvSpPr/>
          <p:nvPr/>
        </p:nvSpPr>
        <p:spPr>
          <a:xfrm>
            <a:off x="8652474" y="3168852"/>
            <a:ext cx="111133" cy="127335"/>
          </a:xfrm>
          <a:custGeom>
            <a:rect b="b" l="l" r="r" t="t"/>
            <a:pathLst>
              <a:path extrusionOk="0" h="9174" w="804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"/>
          <p:cNvSpPr/>
          <p:nvPr/>
        </p:nvSpPr>
        <p:spPr>
          <a:xfrm>
            <a:off x="8000931" y="4698532"/>
            <a:ext cx="760804" cy="441717"/>
          </a:xfrm>
          <a:custGeom>
            <a:rect b="b" l="l" r="r" t="t"/>
            <a:pathLst>
              <a:path extrusionOk="0" h="31824" w="55041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1"/>
          <p:cNvSpPr/>
          <p:nvPr/>
        </p:nvSpPr>
        <p:spPr>
          <a:xfrm>
            <a:off x="8381336" y="4256839"/>
            <a:ext cx="380409" cy="663492"/>
          </a:xfrm>
          <a:custGeom>
            <a:rect b="b" l="l" r="r" t="t"/>
            <a:pathLst>
              <a:path extrusionOk="0" h="47802" w="27521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1"/>
          <p:cNvSpPr/>
          <p:nvPr/>
        </p:nvSpPr>
        <p:spPr>
          <a:xfrm>
            <a:off x="8761740" y="4036930"/>
            <a:ext cx="382247" cy="441703"/>
          </a:xfrm>
          <a:custGeom>
            <a:rect b="b" l="l" r="r" t="t"/>
            <a:pathLst>
              <a:path extrusionOk="0" h="31823" w="27654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"/>
          <p:cNvSpPr/>
          <p:nvPr/>
        </p:nvSpPr>
        <p:spPr>
          <a:xfrm>
            <a:off x="7822482" y="3491070"/>
            <a:ext cx="178448" cy="206507"/>
          </a:xfrm>
          <a:custGeom>
            <a:rect b="b" l="l" r="r" t="t"/>
            <a:pathLst>
              <a:path extrusionOk="0" h="14878" w="1291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"/>
          <p:cNvSpPr/>
          <p:nvPr/>
        </p:nvSpPr>
        <p:spPr>
          <a:xfrm>
            <a:off x="7259448" y="4698532"/>
            <a:ext cx="380409" cy="441717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2"/>
          <p:cNvSpPr txBox="1"/>
          <p:nvPr>
            <p:ph type="ctrTitle"/>
          </p:nvPr>
        </p:nvSpPr>
        <p:spPr>
          <a:xfrm flipH="1">
            <a:off x="732725" y="670325"/>
            <a:ext cx="4463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000"/>
              <a:t>Problemática</a:t>
            </a:r>
            <a:endParaRPr sz="5000"/>
          </a:p>
        </p:txBody>
      </p:sp>
      <p:sp>
        <p:nvSpPr>
          <p:cNvPr id="1998" name="Google Shape;1998;p2"/>
          <p:cNvSpPr txBox="1"/>
          <p:nvPr>
            <p:ph idx="1" type="subTitle"/>
          </p:nvPr>
        </p:nvSpPr>
        <p:spPr>
          <a:xfrm>
            <a:off x="487200" y="1216175"/>
            <a:ext cx="79161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Actualmente, la gestión de información en los cuarteles de bomberos presenta diversas dificultades debido al uso de herramientas poco integradas.</a:t>
            </a:r>
            <a:endParaRPr sz="9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Entre los principales problemas se encuentran:</a:t>
            </a:r>
            <a:br>
              <a:rPr lang="en" sz="950">
                <a:solidFill>
                  <a:srgbClr val="000000"/>
                </a:solidFill>
              </a:rPr>
            </a:br>
            <a:endParaRPr sz="950">
              <a:solidFill>
                <a:srgbClr val="000000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lang="en" sz="950">
                <a:solidFill>
                  <a:srgbClr val="000000"/>
                </a:solidFill>
              </a:rPr>
              <a:t>Los </a:t>
            </a:r>
            <a:r>
              <a:rPr b="1" lang="en" sz="950">
                <a:solidFill>
                  <a:srgbClr val="000000"/>
                </a:solidFill>
              </a:rPr>
              <a:t>checklist de los carros de bomberos</a:t>
            </a:r>
            <a:r>
              <a:rPr lang="en" sz="950">
                <a:solidFill>
                  <a:srgbClr val="000000"/>
                </a:solidFill>
              </a:rPr>
              <a:t> se realizan mediante formularios de Google, generando información dispersa.</a:t>
            </a:r>
            <a:br>
              <a:rPr lang="en" sz="950">
                <a:solidFill>
                  <a:srgbClr val="000000"/>
                </a:solidFill>
              </a:rPr>
            </a:br>
            <a:endParaRPr sz="950">
              <a:solidFill>
                <a:srgbClr val="000000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lang="en" sz="950">
                <a:solidFill>
                  <a:srgbClr val="000000"/>
                </a:solidFill>
              </a:rPr>
              <a:t>No existe un </a:t>
            </a:r>
            <a:r>
              <a:rPr b="1" lang="en" sz="950">
                <a:solidFill>
                  <a:srgbClr val="000000"/>
                </a:solidFill>
              </a:rPr>
              <a:t>sistema centralizado</a:t>
            </a:r>
            <a:r>
              <a:rPr lang="en" sz="950">
                <a:solidFill>
                  <a:srgbClr val="000000"/>
                </a:solidFill>
              </a:rPr>
              <a:t> para registrar los </a:t>
            </a:r>
            <a:r>
              <a:rPr b="1" lang="en" sz="950">
                <a:solidFill>
                  <a:srgbClr val="000000"/>
                </a:solidFill>
              </a:rPr>
              <a:t>partes de emergencia</a:t>
            </a:r>
            <a:r>
              <a:rPr lang="en" sz="950">
                <a:solidFill>
                  <a:srgbClr val="000000"/>
                </a:solidFill>
              </a:rPr>
              <a:t>..</a:t>
            </a:r>
            <a:br>
              <a:rPr lang="en" sz="950">
                <a:solidFill>
                  <a:srgbClr val="000000"/>
                </a:solidFill>
              </a:rPr>
            </a:br>
            <a:endParaRPr sz="950">
              <a:solidFill>
                <a:srgbClr val="000000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lang="en" sz="950">
                <a:solidFill>
                  <a:srgbClr val="000000"/>
                </a:solidFill>
              </a:rPr>
              <a:t>La elaboración de reportes para </a:t>
            </a:r>
            <a:r>
              <a:rPr b="1" lang="en" sz="950">
                <a:solidFill>
                  <a:srgbClr val="000000"/>
                </a:solidFill>
              </a:rPr>
              <a:t>comandancia</a:t>
            </a:r>
            <a:r>
              <a:rPr lang="en" sz="950">
                <a:solidFill>
                  <a:srgbClr val="000000"/>
                </a:solidFill>
              </a:rPr>
              <a:t> requiere trabajo manual.</a:t>
            </a:r>
            <a:br>
              <a:rPr lang="en" sz="950">
                <a:solidFill>
                  <a:srgbClr val="000000"/>
                </a:solidFill>
              </a:rPr>
            </a:br>
            <a:endParaRPr sz="950">
              <a:solidFill>
                <a:srgbClr val="000000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●"/>
            </a:pPr>
            <a:r>
              <a:rPr lang="en" sz="950">
                <a:solidFill>
                  <a:srgbClr val="000000"/>
                </a:solidFill>
              </a:rPr>
              <a:t>No es posible obtener fácilmente </a:t>
            </a:r>
            <a:r>
              <a:rPr b="1" lang="en" sz="950">
                <a:solidFill>
                  <a:srgbClr val="000000"/>
                </a:solidFill>
              </a:rPr>
              <a:t>estadísticas sobre emergencias, tiempos de respuesta o uso de materiales</a:t>
            </a:r>
            <a:r>
              <a:rPr lang="en" sz="950">
                <a:solidFill>
                  <a:srgbClr val="000000"/>
                </a:solidFill>
              </a:rPr>
              <a:t>.</a:t>
            </a:r>
            <a:br>
              <a:rPr lang="en" sz="950">
                <a:solidFill>
                  <a:srgbClr val="000000"/>
                </a:solidFill>
              </a:rPr>
            </a:br>
            <a:endParaRPr sz="9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Estas limitaciones generan pérdida de tiempo, duplicidad de información y dificultad para tomar decisiones basadas en datos.</a:t>
            </a:r>
            <a:endParaRPr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96923e315e_0_0"/>
          <p:cNvSpPr txBox="1"/>
          <p:nvPr>
            <p:ph type="ctrTitle"/>
          </p:nvPr>
        </p:nvSpPr>
        <p:spPr>
          <a:xfrm flipH="1">
            <a:off x="2340450" y="311625"/>
            <a:ext cx="446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Parte de emergencia </a:t>
            </a:r>
            <a:endParaRPr sz="4000"/>
          </a:p>
        </p:txBody>
      </p:sp>
      <p:pic>
        <p:nvPicPr>
          <p:cNvPr id="2004" name="Google Shape;2004;g396923e315e_0_0" title="WhatsApp Image 2026-03-16 at 3.10.35 PM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350" y="994675"/>
            <a:ext cx="2954649" cy="393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5" name="Google Shape;2005;g396923e315e_0_0" title="WhatsApp Image 2026-03-16 at 3.10.35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994675"/>
            <a:ext cx="2954649" cy="3939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396923e315e_0_5"/>
          <p:cNvSpPr txBox="1"/>
          <p:nvPr>
            <p:ph type="ctrTitle"/>
          </p:nvPr>
        </p:nvSpPr>
        <p:spPr>
          <a:xfrm flipH="1">
            <a:off x="2340450" y="334225"/>
            <a:ext cx="446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CheckList</a:t>
            </a:r>
            <a:endParaRPr sz="4000"/>
          </a:p>
        </p:txBody>
      </p:sp>
      <p:pic>
        <p:nvPicPr>
          <p:cNvPr id="2011" name="Google Shape;2011;g396923e315e_0_5" title="Screenshot 2026-03-29 2254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763" y="1088781"/>
            <a:ext cx="4358475" cy="382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396923e315e_1_0"/>
          <p:cNvSpPr txBox="1"/>
          <p:nvPr>
            <p:ph type="ctrTitle"/>
          </p:nvPr>
        </p:nvSpPr>
        <p:spPr>
          <a:xfrm flipH="1">
            <a:off x="2127700" y="663700"/>
            <a:ext cx="5258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Propuesta / </a:t>
            </a:r>
            <a:r>
              <a:rPr lang="en" sz="5000"/>
              <a:t>Solución</a:t>
            </a:r>
            <a:endParaRPr sz="5000"/>
          </a:p>
        </p:txBody>
      </p:sp>
      <p:sp>
        <p:nvSpPr>
          <p:cNvPr id="2017" name="Google Shape;2017;g396923e315e_1_0"/>
          <p:cNvSpPr txBox="1"/>
          <p:nvPr>
            <p:ph idx="1" type="subTitle"/>
          </p:nvPr>
        </p:nvSpPr>
        <p:spPr>
          <a:xfrm>
            <a:off x="454925" y="1361275"/>
            <a:ext cx="4739100" cy="32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El proyecto SIDEP propone el desarrollo de una aplicación web orientada a centralizar la gestión de la información operativa en una compañía de bomberos, integrando en una sola plataforma el registro de partes de emergencia y la ejecución de checklists digitales. Esta solución permite reemplazar el uso de herramientas dispersas como hojas de cálculo y formularios independientes, optimizando los tiempos de registro y mejorando la disponibilidad de la información. Como resultado, se obtiene un sistema que facilita la generación de reportes, mejora el control de los recursos y apoya la toma de decisiones mediante datos confiables y accesibles en tiempo real.</a:t>
            </a:r>
            <a:endParaRPr sz="1200"/>
          </a:p>
        </p:txBody>
      </p:sp>
      <p:pic>
        <p:nvPicPr>
          <p:cNvPr id="2018" name="Google Shape;2018;g396923e315e_1_0" title="IMG-20260325-WA00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425" y="1874175"/>
            <a:ext cx="3947352" cy="22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7"/>
          <p:cNvSpPr txBox="1"/>
          <p:nvPr>
            <p:ph type="title"/>
          </p:nvPr>
        </p:nvSpPr>
        <p:spPr>
          <a:xfrm>
            <a:off x="3971374" y="636876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2024" name="Google Shape;2024;p7"/>
          <p:cNvSpPr txBox="1"/>
          <p:nvPr>
            <p:ph idx="1" type="subTitle"/>
          </p:nvPr>
        </p:nvSpPr>
        <p:spPr>
          <a:xfrm>
            <a:off x="924275" y="1589375"/>
            <a:ext cx="74619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Desarrollar una aplicación web para la gestión de partes de emergencia y reportes operativos en una compañía de bomberos, que permita centralizar la información y mejorar la administración y análisis de los datos generados durante las emergencias.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Objetivos específicos:</a:t>
            </a:r>
            <a:endParaRPr b="1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Centralizar el registro de partes de emergencia y los checklist en una plataforma digital, reduciendo el uso de herramientas dispersas como formularios y hojas de cálculo con ello reduciendo los errores de uso en un 50%.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Reducir el tiempo de registro de información de emergencias en un 30%, mediante formularios y automatización de reportes.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Aumentar la disponibilidad de información operativa en un 40%, permitiendo generar reportes y estadísticas sobre emergencias, inventario y uso de recursos.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2025" name="Google Shape;2025;p7"/>
          <p:cNvCxnSpPr/>
          <p:nvPr/>
        </p:nvCxnSpPr>
        <p:spPr>
          <a:xfrm>
            <a:off x="5163625" y="1209563"/>
            <a:ext cx="4020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4"/>
          <p:cNvSpPr txBox="1"/>
          <p:nvPr>
            <p:ph idx="3" type="ctrTitle"/>
          </p:nvPr>
        </p:nvSpPr>
        <p:spPr>
          <a:xfrm>
            <a:off x="3426350" y="438625"/>
            <a:ext cx="5103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500">
                <a:solidFill>
                  <a:schemeClr val="dk1"/>
                </a:solidFill>
              </a:rPr>
              <a:t>Alcance y limitaciones</a:t>
            </a:r>
            <a:endParaRPr sz="4500">
              <a:solidFill>
                <a:schemeClr val="dk1"/>
              </a:solidFill>
            </a:endParaRPr>
          </a:p>
        </p:txBody>
      </p:sp>
      <p:sp>
        <p:nvSpPr>
          <p:cNvPr id="2031" name="Google Shape;2031;p4"/>
          <p:cNvSpPr txBox="1"/>
          <p:nvPr>
            <p:ph idx="1" type="subTitle"/>
          </p:nvPr>
        </p:nvSpPr>
        <p:spPr>
          <a:xfrm>
            <a:off x="924275" y="1589375"/>
            <a:ext cx="74619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El sistema será una aplicación web accesible desde distintos dispositivos, que permitirá: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Gestionar usuarios según roles.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Registrar y administrar partes de emergencia.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Completar checklist operativos por carro.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Monitorear caducidad de equipos críticos (como ERA y bolso de trauma).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Generar reportes (PDF y Excel).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Visualizar historial de emergencias y estadísticas básicas.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Requiere conexión a internet para funcionar.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Uso interno, sin integración con sistemas nacionales (JNB).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Registro manual de tiempos de despacho (sin conexión con Central de Alarmas).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Estadísticas básicas, sin análisis avanzado de datos.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3963a7d7d69_0_9"/>
          <p:cNvSpPr txBox="1"/>
          <p:nvPr>
            <p:ph type="title"/>
          </p:nvPr>
        </p:nvSpPr>
        <p:spPr>
          <a:xfrm>
            <a:off x="4521274" y="636876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Metodologia</a:t>
            </a:r>
            <a:endParaRPr/>
          </a:p>
        </p:txBody>
      </p:sp>
      <p:sp>
        <p:nvSpPr>
          <p:cNvPr id="2037" name="Google Shape;2037;g3963a7d7d69_0_9"/>
          <p:cNvSpPr txBox="1"/>
          <p:nvPr>
            <p:ph idx="1" type="subTitle"/>
          </p:nvPr>
        </p:nvSpPr>
        <p:spPr>
          <a:xfrm>
            <a:off x="904950" y="1373750"/>
            <a:ext cx="7461900" cy="3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Para el desarrollo del proyecto se utilizará una </a:t>
            </a:r>
            <a:r>
              <a:rPr b="1" lang="en" sz="1000">
                <a:solidFill>
                  <a:srgbClr val="000000"/>
                </a:solidFill>
              </a:rPr>
              <a:t>metodología tradicional (modelo en cascada)</a:t>
            </a:r>
            <a:r>
              <a:rPr lang="en" sz="1000">
                <a:solidFill>
                  <a:srgbClr val="000000"/>
                </a:solidFill>
              </a:rPr>
              <a:t>, la cual divide el proyecto en distintas etapas secuenciales.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Las etapas consideradas son: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</a:rPr>
              <a:t>Análisis de requerimientos</a:t>
            </a:r>
            <a:br>
              <a:rPr b="1" lang="en" sz="1000">
                <a:solidFill>
                  <a:srgbClr val="000000"/>
                </a:solidFill>
              </a:rPr>
            </a:br>
            <a:r>
              <a:rPr lang="en" sz="1000">
                <a:solidFill>
                  <a:srgbClr val="000000"/>
                </a:solidFill>
              </a:rPr>
              <a:t> Identificación de las necesidades del sistema, funcionalidades y actores involucrados.</a:t>
            </a:r>
            <a:br>
              <a:rPr lang="en" sz="1000">
                <a:solidFill>
                  <a:srgbClr val="000000"/>
                </a:solidFill>
              </a:rPr>
            </a:b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</a:rPr>
              <a:t>Diseño del sistema</a:t>
            </a:r>
            <a:br>
              <a:rPr b="1" lang="en" sz="1000">
                <a:solidFill>
                  <a:srgbClr val="000000"/>
                </a:solidFill>
              </a:rPr>
            </a:br>
            <a:r>
              <a:rPr lang="en" sz="1000">
                <a:solidFill>
                  <a:srgbClr val="000000"/>
                </a:solidFill>
              </a:rPr>
              <a:t> Diseño de la arquitectura, base de datos, módulos del sistema y diagramas.</a:t>
            </a:r>
            <a:br>
              <a:rPr lang="en" sz="1000">
                <a:solidFill>
                  <a:srgbClr val="000000"/>
                </a:solidFill>
              </a:rPr>
            </a:b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</a:rPr>
              <a:t>Desarrollo</a:t>
            </a:r>
            <a:br>
              <a:rPr b="1" lang="en" sz="1000">
                <a:solidFill>
                  <a:srgbClr val="000000"/>
                </a:solidFill>
              </a:rPr>
            </a:br>
            <a:r>
              <a:rPr lang="en" sz="1000">
                <a:solidFill>
                  <a:srgbClr val="000000"/>
                </a:solidFill>
              </a:rPr>
              <a:t> Implementación de la aplicación web, desarrollo de módulos y funcionalidades.</a:t>
            </a:r>
            <a:br>
              <a:rPr lang="en" sz="1000">
                <a:solidFill>
                  <a:srgbClr val="000000"/>
                </a:solidFill>
              </a:rPr>
            </a:b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</a:rPr>
              <a:t>Pruebas</a:t>
            </a:r>
            <a:br>
              <a:rPr b="1" lang="en" sz="1000">
                <a:solidFill>
                  <a:srgbClr val="000000"/>
                </a:solidFill>
              </a:rPr>
            </a:br>
            <a:r>
              <a:rPr lang="en" sz="1000">
                <a:solidFill>
                  <a:srgbClr val="000000"/>
                </a:solidFill>
              </a:rPr>
              <a:t> Verificación del funcionamiento del sistema y detección de errores.</a:t>
            </a:r>
            <a:br>
              <a:rPr lang="en" sz="1000">
                <a:solidFill>
                  <a:srgbClr val="000000"/>
                </a:solidFill>
              </a:rPr>
            </a:b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n" sz="1000">
                <a:solidFill>
                  <a:srgbClr val="000000"/>
                </a:solidFill>
              </a:rPr>
              <a:t>Implementación</a:t>
            </a:r>
            <a:br>
              <a:rPr b="1" lang="en" sz="1000">
                <a:solidFill>
                  <a:srgbClr val="000000"/>
                </a:solidFill>
              </a:rPr>
            </a:br>
            <a:r>
              <a:rPr lang="en" sz="1000">
                <a:solidFill>
                  <a:srgbClr val="000000"/>
                </a:solidFill>
              </a:rPr>
              <a:t> Puesta en funcionamiento del sistema en el entorno del cuartel.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2038" name="Google Shape;2038;g3963a7d7d69_0_9"/>
          <p:cNvCxnSpPr/>
          <p:nvPr/>
        </p:nvCxnSpPr>
        <p:spPr>
          <a:xfrm>
            <a:off x="5163625" y="1209563"/>
            <a:ext cx="4020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14"/>
          <p:cNvSpPr txBox="1"/>
          <p:nvPr/>
        </p:nvSpPr>
        <p:spPr>
          <a:xfrm>
            <a:off x="2923200" y="1110175"/>
            <a:ext cx="622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Tecnologías y Software</a:t>
            </a:r>
            <a:endParaRPr sz="1100"/>
          </a:p>
        </p:txBody>
      </p:sp>
      <p:pic>
        <p:nvPicPr>
          <p:cNvPr id="2044" name="Google Shape;2044;p14" title="Node.js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00" y="2667575"/>
            <a:ext cx="2195750" cy="134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200" y="2371350"/>
            <a:ext cx="1580749" cy="158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6" name="Google Shape;204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7350" y="4184425"/>
            <a:ext cx="1357699" cy="76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7" name="Google Shape;204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4050" y="2609988"/>
            <a:ext cx="2403975" cy="110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8" name="Google Shape;204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9875" y="4104314"/>
            <a:ext cx="2195750" cy="923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5"/>
          <p:cNvSpPr txBox="1"/>
          <p:nvPr/>
        </p:nvSpPr>
        <p:spPr>
          <a:xfrm>
            <a:off x="87863" y="331900"/>
            <a:ext cx="350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Cronograma</a:t>
            </a:r>
            <a:endParaRPr/>
          </a:p>
        </p:txBody>
      </p:sp>
      <p:cxnSp>
        <p:nvCxnSpPr>
          <p:cNvPr id="2054" name="Google Shape;2054;p5"/>
          <p:cNvCxnSpPr/>
          <p:nvPr/>
        </p:nvCxnSpPr>
        <p:spPr>
          <a:xfrm>
            <a:off x="117275" y="0"/>
            <a:ext cx="7800" cy="1322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55" name="Google Shape;2055;p5" title="Screenshot 2026-04-07 1130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188" y="152400"/>
            <a:ext cx="483869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8"/>
          <p:cNvSpPr txBox="1"/>
          <p:nvPr>
            <p:ph type="title"/>
          </p:nvPr>
        </p:nvSpPr>
        <p:spPr>
          <a:xfrm>
            <a:off x="338000" y="1565400"/>
            <a:ext cx="39882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600"/>
              <a:t>Gracias por su atencion</a:t>
            </a:r>
            <a:endParaRPr sz="5600">
              <a:solidFill>
                <a:schemeClr val="accent2"/>
              </a:solidFill>
            </a:endParaRPr>
          </a:p>
        </p:txBody>
      </p:sp>
      <p:sp>
        <p:nvSpPr>
          <p:cNvPr id="2061" name="Google Shape;2061;p8"/>
          <p:cNvSpPr txBox="1"/>
          <p:nvPr>
            <p:ph type="title"/>
          </p:nvPr>
        </p:nvSpPr>
        <p:spPr>
          <a:xfrm>
            <a:off x="4774225" y="1565400"/>
            <a:ext cx="39882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600"/>
              <a:t>¿Preguntas?</a:t>
            </a:r>
            <a:endParaRPr sz="5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 Creative CV XL by Slidesgo">
  <a:themeElements>
    <a:clrScheme name="Simple Light">
      <a:dk1>
        <a:srgbClr val="434343"/>
      </a:dk1>
      <a:lt1>
        <a:srgbClr val="E9E6E1"/>
      </a:lt1>
      <a:dk2>
        <a:srgbClr val="0C2E3A"/>
      </a:dk2>
      <a:lt2>
        <a:srgbClr val="018790"/>
      </a:lt2>
      <a:accent1>
        <a:srgbClr val="FFD497"/>
      </a:accent1>
      <a:accent2>
        <a:srgbClr val="1DCDC3"/>
      </a:accent2>
      <a:accent3>
        <a:srgbClr val="78001B"/>
      </a:accent3>
      <a:accent4>
        <a:srgbClr val="F5340B"/>
      </a:accent4>
      <a:accent5>
        <a:srgbClr val="FF823B"/>
      </a:accent5>
      <a:accent6>
        <a:srgbClr val="FFA73B"/>
      </a:accent6>
      <a:hlink>
        <a:srgbClr val="1DCD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